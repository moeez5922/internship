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51"/>
  </p:notesMasterIdLst>
  <p:sldIdLst>
    <p:sldId id="1095" r:id="rId3"/>
    <p:sldId id="1055" r:id="rId4"/>
    <p:sldId id="1056" r:id="rId5"/>
    <p:sldId id="1057" r:id="rId6"/>
    <p:sldId id="1058" r:id="rId7"/>
    <p:sldId id="1089" r:id="rId8"/>
    <p:sldId id="1059" r:id="rId9"/>
    <p:sldId id="1079" r:id="rId10"/>
    <p:sldId id="1093" r:id="rId11"/>
    <p:sldId id="1125" r:id="rId12"/>
    <p:sldId id="1081" r:id="rId13"/>
    <p:sldId id="1080" r:id="rId14"/>
    <p:sldId id="1115" r:id="rId15"/>
    <p:sldId id="1116" r:id="rId16"/>
    <p:sldId id="1117" r:id="rId17"/>
    <p:sldId id="1119" r:id="rId18"/>
    <p:sldId id="1120" r:id="rId19"/>
    <p:sldId id="1121" r:id="rId20"/>
    <p:sldId id="1088" r:id="rId21"/>
    <p:sldId id="258" r:id="rId22"/>
    <p:sldId id="1060" r:id="rId23"/>
    <p:sldId id="266" r:id="rId24"/>
    <p:sldId id="1083" r:id="rId25"/>
    <p:sldId id="1085" r:id="rId26"/>
    <p:sldId id="1062" r:id="rId27"/>
    <p:sldId id="271" r:id="rId28"/>
    <p:sldId id="272" r:id="rId29"/>
    <p:sldId id="270" r:id="rId30"/>
    <p:sldId id="1063" r:id="rId31"/>
    <p:sldId id="1084" r:id="rId32"/>
    <p:sldId id="1086" r:id="rId33"/>
    <p:sldId id="1064" r:id="rId34"/>
    <p:sldId id="1108" r:id="rId35"/>
    <p:sldId id="1109" r:id="rId36"/>
    <p:sldId id="1090" r:id="rId37"/>
    <p:sldId id="1077" r:id="rId38"/>
    <p:sldId id="1094" r:id="rId39"/>
    <p:sldId id="1123" r:id="rId40"/>
    <p:sldId id="1124" r:id="rId41"/>
    <p:sldId id="1097" r:id="rId42"/>
    <p:sldId id="1098" r:id="rId43"/>
    <p:sldId id="1099" r:id="rId44"/>
    <p:sldId id="1100" r:id="rId45"/>
    <p:sldId id="1101" r:id="rId46"/>
    <p:sldId id="1102" r:id="rId47"/>
    <p:sldId id="1104" r:id="rId48"/>
    <p:sldId id="1105" r:id="rId49"/>
    <p:sldId id="1106" r:id="rId50"/>
  </p:sldIdLst>
  <p:sldSz cx="9144000" cy="6858000" type="screen4x3"/>
  <p:notesSz cx="9144000" cy="6858000"/>
  <p:defaultTextStyle>
    <a:defPPr>
      <a:defRPr lang="fr-FR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5pPr>
    <a:lvl6pPr marL="2286000" algn="l" defTabSz="914400">
      <a:defRPr>
        <a:solidFill>
          <a:schemeClr val="tx1"/>
        </a:solidFill>
        <a:latin typeface="Tahoma"/>
        <a:ea typeface="+mn-ea"/>
        <a:cs typeface="+mn-cs"/>
      </a:defRPr>
    </a:lvl6pPr>
    <a:lvl7pPr marL="2743200" algn="l" defTabSz="914400">
      <a:defRPr>
        <a:solidFill>
          <a:schemeClr val="tx1"/>
        </a:solidFill>
        <a:latin typeface="Tahoma"/>
        <a:ea typeface="+mn-ea"/>
        <a:cs typeface="+mn-cs"/>
      </a:defRPr>
    </a:lvl7pPr>
    <a:lvl8pPr marL="3200400" algn="l" defTabSz="914400">
      <a:defRPr>
        <a:solidFill>
          <a:schemeClr val="tx1"/>
        </a:solidFill>
        <a:latin typeface="Tahoma"/>
        <a:ea typeface="+mn-ea"/>
        <a:cs typeface="+mn-cs"/>
      </a:defRPr>
    </a:lvl8pPr>
    <a:lvl9pPr marL="3657600" algn="l" defTabSz="914400">
      <a:defRPr>
        <a:solidFill>
          <a:schemeClr val="tx1"/>
        </a:solidFill>
        <a:latin typeface="Tahoma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CCFF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15"/>
        <p:guide pos="2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an Kakaei Siahkal" userId="df6c99be-c13c-49bf-83a8-8c73dfdb3d0e" providerId="ADAL" clId="{C3A71CDB-036E-4C4C-8DD6-5665F9C78D36}"/>
    <pc:docChg chg="undo redo custSel addSld delSld modSld sldOrd">
      <pc:chgData name="Yasaman Kakaei Siahkal" userId="df6c99be-c13c-49bf-83a8-8c73dfdb3d0e" providerId="ADAL" clId="{C3A71CDB-036E-4C4C-8DD6-5665F9C78D36}" dt="2025-01-31T09:52:44.514" v="2331" actId="5793"/>
      <pc:docMkLst>
        <pc:docMk/>
      </pc:docMkLst>
      <pc:sldChg chg="del">
        <pc:chgData name="Yasaman Kakaei Siahkal" userId="df6c99be-c13c-49bf-83a8-8c73dfdb3d0e" providerId="ADAL" clId="{C3A71CDB-036E-4C4C-8DD6-5665F9C78D36}" dt="2025-01-30T13:57:37.204" v="174" actId="47"/>
        <pc:sldMkLst>
          <pc:docMk/>
          <pc:sldMk cId="3756464352" sldId="257"/>
        </pc:sldMkLst>
      </pc:sldChg>
      <pc:sldChg chg="addSp delSp modSp mod">
        <pc:chgData name="Yasaman Kakaei Siahkal" userId="df6c99be-c13c-49bf-83a8-8c73dfdb3d0e" providerId="ADAL" clId="{C3A71CDB-036E-4C4C-8DD6-5665F9C78D36}" dt="2025-01-30T14:22:01.688" v="437" actId="20577"/>
        <pc:sldMkLst>
          <pc:docMk/>
          <pc:sldMk cId="1836825329" sldId="258"/>
        </pc:sldMkLst>
      </pc:sldChg>
      <pc:sldChg chg="delSp modSp del mod">
        <pc:chgData name="Yasaman Kakaei Siahkal" userId="df6c99be-c13c-49bf-83a8-8c73dfdb3d0e" providerId="ADAL" clId="{C3A71CDB-036E-4C4C-8DD6-5665F9C78D36}" dt="2025-01-30T14:29:11.548" v="695" actId="47"/>
        <pc:sldMkLst>
          <pc:docMk/>
          <pc:sldMk cId="2226050608" sldId="259"/>
        </pc:sldMkLst>
      </pc:sldChg>
      <pc:sldChg chg="delSp modSp del mod">
        <pc:chgData name="Yasaman Kakaei Siahkal" userId="df6c99be-c13c-49bf-83a8-8c73dfdb3d0e" providerId="ADAL" clId="{C3A71CDB-036E-4C4C-8DD6-5665F9C78D36}" dt="2025-01-30T14:31:57.533" v="764" actId="47"/>
        <pc:sldMkLst>
          <pc:docMk/>
          <pc:sldMk cId="774056238" sldId="260"/>
        </pc:sldMkLst>
      </pc:sldChg>
      <pc:sldChg chg="delSp modSp del mod">
        <pc:chgData name="Yasaman Kakaei Siahkal" userId="df6c99be-c13c-49bf-83a8-8c73dfdb3d0e" providerId="ADAL" clId="{C3A71CDB-036E-4C4C-8DD6-5665F9C78D36}" dt="2025-01-30T14:33:56.405" v="844" actId="47"/>
        <pc:sldMkLst>
          <pc:docMk/>
          <pc:sldMk cId="274216638" sldId="261"/>
        </pc:sldMkLst>
      </pc:sldChg>
      <pc:sldChg chg="delSp modSp add del mod">
        <pc:chgData name="Yasaman Kakaei Siahkal" userId="df6c99be-c13c-49bf-83a8-8c73dfdb3d0e" providerId="ADAL" clId="{C3A71CDB-036E-4C4C-8DD6-5665F9C78D36}" dt="2025-01-30T14:36:27.579" v="892" actId="47"/>
        <pc:sldMkLst>
          <pc:docMk/>
          <pc:sldMk cId="1489511989" sldId="262"/>
        </pc:sldMkLst>
      </pc:sldChg>
      <pc:sldChg chg="delSp modSp del mod">
        <pc:chgData name="Yasaman Kakaei Siahkal" userId="df6c99be-c13c-49bf-83a8-8c73dfdb3d0e" providerId="ADAL" clId="{C3A71CDB-036E-4C4C-8DD6-5665F9C78D36}" dt="2025-01-30T14:37:00.833" v="894" actId="47"/>
        <pc:sldMkLst>
          <pc:docMk/>
          <pc:sldMk cId="753680907" sldId="263"/>
        </pc:sldMkLst>
      </pc:sldChg>
      <pc:sldChg chg="delSp modSp del mod">
        <pc:chgData name="Yasaman Kakaei Siahkal" userId="df6c99be-c13c-49bf-83a8-8c73dfdb3d0e" providerId="ADAL" clId="{C3A71CDB-036E-4C4C-8DD6-5665F9C78D36}" dt="2025-01-30T14:38:56.712" v="978" actId="47"/>
        <pc:sldMkLst>
          <pc:docMk/>
          <pc:sldMk cId="1671439317" sldId="264"/>
        </pc:sldMkLst>
      </pc:sldChg>
      <pc:sldChg chg="modSp del mod">
        <pc:chgData name="Yasaman Kakaei Siahkal" userId="df6c99be-c13c-49bf-83a8-8c73dfdb3d0e" providerId="ADAL" clId="{C3A71CDB-036E-4C4C-8DD6-5665F9C78D36}" dt="2025-01-30T14:39:37.049" v="979" actId="47"/>
        <pc:sldMkLst>
          <pc:docMk/>
          <pc:sldMk cId="2857353320" sldId="265"/>
        </pc:sldMkLst>
      </pc:sldChg>
      <pc:sldChg chg="addSp delSp modSp mod">
        <pc:chgData name="Yasaman Kakaei Siahkal" userId="df6c99be-c13c-49bf-83a8-8c73dfdb3d0e" providerId="ADAL" clId="{C3A71CDB-036E-4C4C-8DD6-5665F9C78D36}" dt="2025-01-30T15:00:53.459" v="1262"/>
        <pc:sldMkLst>
          <pc:docMk/>
          <pc:sldMk cId="875424264" sldId="266"/>
        </pc:sldMkLst>
      </pc:sldChg>
      <pc:sldChg chg="add del">
        <pc:chgData name="Yasaman Kakaei Siahkal" userId="df6c99be-c13c-49bf-83a8-8c73dfdb3d0e" providerId="ADAL" clId="{C3A71CDB-036E-4C4C-8DD6-5665F9C78D36}" dt="2025-01-30T15:00:26.740" v="1259" actId="47"/>
        <pc:sldMkLst>
          <pc:docMk/>
          <pc:sldMk cId="3312753552" sldId="267"/>
        </pc:sldMkLst>
      </pc:sldChg>
      <pc:sldChg chg="del">
        <pc:chgData name="Yasaman Kakaei Siahkal" userId="df6c99be-c13c-49bf-83a8-8c73dfdb3d0e" providerId="ADAL" clId="{C3A71CDB-036E-4C4C-8DD6-5665F9C78D36}" dt="2025-01-30T15:00:27.761" v="1260" actId="47"/>
        <pc:sldMkLst>
          <pc:docMk/>
          <pc:sldMk cId="2448882766" sldId="268"/>
        </pc:sldMkLst>
      </pc:sldChg>
      <pc:sldChg chg="delSp modSp del mod">
        <pc:chgData name="Yasaman Kakaei Siahkal" userId="df6c99be-c13c-49bf-83a8-8c73dfdb3d0e" providerId="ADAL" clId="{C3A71CDB-036E-4C4C-8DD6-5665F9C78D36}" dt="2025-01-30T15:04:43.065" v="1312" actId="47"/>
        <pc:sldMkLst>
          <pc:docMk/>
          <pc:sldMk cId="1384480276" sldId="269"/>
        </pc:sldMkLst>
      </pc:sldChg>
      <pc:sldChg chg="del">
        <pc:chgData name="Yasaman Kakaei Siahkal" userId="df6c99be-c13c-49bf-83a8-8c73dfdb3d0e" providerId="ADAL" clId="{C3A71CDB-036E-4C4C-8DD6-5665F9C78D36}" dt="2025-01-30T15:02:17.324" v="1295" actId="47"/>
        <pc:sldMkLst>
          <pc:docMk/>
          <pc:sldMk cId="2055180781" sldId="270"/>
        </pc:sldMkLst>
      </pc:sldChg>
      <pc:sldChg chg="addSp delSp modSp add mod">
        <pc:chgData name="Yasaman Kakaei Siahkal" userId="df6c99be-c13c-49bf-83a8-8c73dfdb3d0e" providerId="ADAL" clId="{C3A71CDB-036E-4C4C-8DD6-5665F9C78D36}" dt="2025-01-31T09:46:08.241" v="2231" actId="20577"/>
        <pc:sldMkLst>
          <pc:docMk/>
          <pc:sldMk cId="3198491220" sldId="270"/>
        </pc:sldMkLst>
      </pc:sldChg>
      <pc:sldChg chg="addSp delSp modSp mod">
        <pc:chgData name="Yasaman Kakaei Siahkal" userId="df6c99be-c13c-49bf-83a8-8c73dfdb3d0e" providerId="ADAL" clId="{C3A71CDB-036E-4C4C-8DD6-5665F9C78D36}" dt="2025-01-31T09:45:40.212" v="2225" actId="20577"/>
        <pc:sldMkLst>
          <pc:docMk/>
          <pc:sldMk cId="2871198744" sldId="271"/>
        </pc:sldMkLst>
      </pc:sldChg>
      <pc:sldChg chg="addSp delSp modSp mod">
        <pc:chgData name="Yasaman Kakaei Siahkal" userId="df6c99be-c13c-49bf-83a8-8c73dfdb3d0e" providerId="ADAL" clId="{C3A71CDB-036E-4C4C-8DD6-5665F9C78D36}" dt="2025-01-31T09:46:02.841" v="2228" actId="20577"/>
        <pc:sldMkLst>
          <pc:docMk/>
          <pc:sldMk cId="1268758547" sldId="272"/>
        </pc:sldMkLst>
      </pc:sldChg>
      <pc:sldChg chg="addSp delSp modSp del mod">
        <pc:chgData name="Yasaman Kakaei Siahkal" userId="df6c99be-c13c-49bf-83a8-8c73dfdb3d0e" providerId="ADAL" clId="{C3A71CDB-036E-4C4C-8DD6-5665F9C78D36}" dt="2025-01-30T15:42:09.723" v="1666" actId="47"/>
        <pc:sldMkLst>
          <pc:docMk/>
          <pc:sldMk cId="3319766626" sldId="273"/>
        </pc:sldMkLst>
      </pc:sldChg>
      <pc:sldChg chg="addSp modSp add mod ord">
        <pc:chgData name="Yasaman Kakaei Siahkal" userId="df6c99be-c13c-49bf-83a8-8c73dfdb3d0e" providerId="ADAL" clId="{C3A71CDB-036E-4C4C-8DD6-5665F9C78D36}" dt="2025-01-31T09:46:24.060" v="2238" actId="20577"/>
        <pc:sldMkLst>
          <pc:docMk/>
          <pc:sldMk cId="4057604355" sldId="273"/>
        </pc:sldMkLst>
      </pc:sldChg>
      <pc:sldChg chg="addSp delSp modSp mod">
        <pc:chgData name="Yasaman Kakaei Siahkal" userId="df6c99be-c13c-49bf-83a8-8c73dfdb3d0e" providerId="ADAL" clId="{C3A71CDB-036E-4C4C-8DD6-5665F9C78D36}" dt="2025-01-31T09:46:17.829" v="2235" actId="20577"/>
        <pc:sldMkLst>
          <pc:docMk/>
          <pc:sldMk cId="4109133847" sldId="274"/>
        </pc:sldMkLst>
      </pc:sldChg>
      <pc:sldChg chg="del">
        <pc:chgData name="Yasaman Kakaei Siahkal" userId="df6c99be-c13c-49bf-83a8-8c73dfdb3d0e" providerId="ADAL" clId="{C3A71CDB-036E-4C4C-8DD6-5665F9C78D36}" dt="2025-01-30T15:51:17.473" v="1750" actId="47"/>
        <pc:sldMkLst>
          <pc:docMk/>
          <pc:sldMk cId="3686188623" sldId="275"/>
        </pc:sldMkLst>
      </pc:sldChg>
      <pc:sldChg chg="addSp delSp modSp del mod">
        <pc:chgData name="Yasaman Kakaei Siahkal" userId="df6c99be-c13c-49bf-83a8-8c73dfdb3d0e" providerId="ADAL" clId="{C3A71CDB-036E-4C4C-8DD6-5665F9C78D36}" dt="2025-01-31T09:34:30.858" v="2034" actId="47"/>
        <pc:sldMkLst>
          <pc:docMk/>
          <pc:sldMk cId="361338576" sldId="276"/>
        </pc:sldMkLst>
      </pc:sldChg>
      <pc:sldChg chg="del">
        <pc:chgData name="Yasaman Kakaei Siahkal" userId="df6c99be-c13c-49bf-83a8-8c73dfdb3d0e" providerId="ADAL" clId="{C3A71CDB-036E-4C4C-8DD6-5665F9C78D36}" dt="2025-01-30T15:50:21.045" v="1735" actId="47"/>
        <pc:sldMkLst>
          <pc:docMk/>
          <pc:sldMk cId="2451790177" sldId="277"/>
        </pc:sldMkLst>
      </pc:sldChg>
      <pc:sldChg chg="addSp modSp mod">
        <pc:chgData name="Yasaman Kakaei Siahkal" userId="df6c99be-c13c-49bf-83a8-8c73dfdb3d0e" providerId="ADAL" clId="{C3A71CDB-036E-4C4C-8DD6-5665F9C78D36}" dt="2025-01-31T09:46:35.439" v="2243" actId="20577"/>
        <pc:sldMkLst>
          <pc:docMk/>
          <pc:sldMk cId="816238618" sldId="278"/>
        </pc:sldMkLst>
      </pc:sldChg>
      <pc:sldChg chg="addSp modSp mod">
        <pc:chgData name="Yasaman Kakaei Siahkal" userId="df6c99be-c13c-49bf-83a8-8c73dfdb3d0e" providerId="ADAL" clId="{C3A71CDB-036E-4C4C-8DD6-5665F9C78D36}" dt="2025-01-31T09:46:40.915" v="2246" actId="20577"/>
        <pc:sldMkLst>
          <pc:docMk/>
          <pc:sldMk cId="497091530" sldId="279"/>
        </pc:sldMkLst>
      </pc:sldChg>
      <pc:sldChg chg="addSp modSp mod">
        <pc:chgData name="Yasaman Kakaei Siahkal" userId="df6c99be-c13c-49bf-83a8-8c73dfdb3d0e" providerId="ADAL" clId="{C3A71CDB-036E-4C4C-8DD6-5665F9C78D36}" dt="2025-01-31T09:46:51.599" v="2250" actId="20577"/>
        <pc:sldMkLst>
          <pc:docMk/>
          <pc:sldMk cId="1797222089" sldId="280"/>
        </pc:sldMkLst>
      </pc:sldChg>
      <pc:sldChg chg="addSp modSp mod">
        <pc:chgData name="Yasaman Kakaei Siahkal" userId="df6c99be-c13c-49bf-83a8-8c73dfdb3d0e" providerId="ADAL" clId="{C3A71CDB-036E-4C4C-8DD6-5665F9C78D36}" dt="2025-01-31T09:52:44.514" v="2331" actId="5793"/>
        <pc:sldMkLst>
          <pc:docMk/>
          <pc:sldMk cId="1507140504" sldId="281"/>
        </pc:sldMkLst>
      </pc:sldChg>
      <pc:sldChg chg="del">
        <pc:chgData name="Yasaman Kakaei Siahkal" userId="df6c99be-c13c-49bf-83a8-8c73dfdb3d0e" providerId="ADAL" clId="{C3A71CDB-036E-4C4C-8DD6-5665F9C78D36}" dt="2025-01-30T15:42:42.716" v="1668" actId="47"/>
        <pc:sldMkLst>
          <pc:docMk/>
          <pc:sldMk cId="2260506904" sldId="282"/>
        </pc:sldMkLst>
      </pc:sldChg>
      <pc:sldChg chg="addSp modSp del mod">
        <pc:chgData name="Yasaman Kakaei Siahkal" userId="df6c99be-c13c-49bf-83a8-8c73dfdb3d0e" providerId="ADAL" clId="{C3A71CDB-036E-4C4C-8DD6-5665F9C78D36}" dt="2025-01-30T15:58:13.044" v="1890" actId="47"/>
        <pc:sldMkLst>
          <pc:docMk/>
          <pc:sldMk cId="1408601202" sldId="283"/>
        </pc:sldMkLst>
      </pc:sldChg>
      <pc:sldChg chg="addSp delSp modSp mod">
        <pc:chgData name="Yasaman Kakaei Siahkal" userId="df6c99be-c13c-49bf-83a8-8c73dfdb3d0e" providerId="ADAL" clId="{C3A71CDB-036E-4C4C-8DD6-5665F9C78D36}" dt="2025-01-30T13:52:41.643" v="130" actId="1076"/>
        <pc:sldMkLst>
          <pc:docMk/>
          <pc:sldMk cId="3728293805" sldId="1055"/>
        </pc:sldMkLst>
      </pc:sldChg>
      <pc:sldChg chg="addSp delSp modSp add mod">
        <pc:chgData name="Yasaman Kakaei Siahkal" userId="df6c99be-c13c-49bf-83a8-8c73dfdb3d0e" providerId="ADAL" clId="{C3A71CDB-036E-4C4C-8DD6-5665F9C78D36}" dt="2025-01-30T13:52:56.223" v="131" actId="2711"/>
        <pc:sldMkLst>
          <pc:docMk/>
          <pc:sldMk cId="3624731395" sldId="1056"/>
        </pc:sldMkLst>
      </pc:sldChg>
      <pc:sldChg chg="addSp delSp modSp add mod ord">
        <pc:chgData name="Yasaman Kakaei Siahkal" userId="df6c99be-c13c-49bf-83a8-8c73dfdb3d0e" providerId="ADAL" clId="{C3A71CDB-036E-4C4C-8DD6-5665F9C78D36}" dt="2025-01-30T13:57:22.180" v="171" actId="1076"/>
        <pc:sldMkLst>
          <pc:docMk/>
          <pc:sldMk cId="2540459514" sldId="1057"/>
        </pc:sldMkLst>
      </pc:sldChg>
      <pc:sldChg chg="addSp delSp modSp add mod">
        <pc:chgData name="Yasaman Kakaei Siahkal" userId="df6c99be-c13c-49bf-83a8-8c73dfdb3d0e" providerId="ADAL" clId="{C3A71CDB-036E-4C4C-8DD6-5665F9C78D36}" dt="2025-01-30T14:02:05.740" v="220" actId="1076"/>
        <pc:sldMkLst>
          <pc:docMk/>
          <pc:sldMk cId="2245338301" sldId="1058"/>
        </pc:sldMkLst>
      </pc:sldChg>
      <pc:sldChg chg="addSp delSp modSp add mod">
        <pc:chgData name="Yasaman Kakaei Siahkal" userId="df6c99be-c13c-49bf-83a8-8c73dfdb3d0e" providerId="ADAL" clId="{C3A71CDB-036E-4C4C-8DD6-5665F9C78D36}" dt="2025-01-30T14:04:32.426" v="275" actId="1076"/>
        <pc:sldMkLst>
          <pc:docMk/>
          <pc:sldMk cId="1524747067" sldId="1059"/>
        </pc:sldMkLst>
      </pc:sldChg>
      <pc:sldChg chg="addSp delSp modSp add mod">
        <pc:chgData name="Yasaman Kakaei Siahkal" userId="df6c99be-c13c-49bf-83a8-8c73dfdb3d0e" providerId="ADAL" clId="{C3A71CDB-036E-4C4C-8DD6-5665F9C78D36}" dt="2025-01-30T14:29:18.604" v="697" actId="22"/>
        <pc:sldMkLst>
          <pc:docMk/>
          <pc:sldMk cId="3330594074" sldId="1060"/>
        </pc:sldMkLst>
      </pc:sldChg>
      <pc:sldChg chg="addSp delSp modSp add mod">
        <pc:chgData name="Yasaman Kakaei Siahkal" userId="df6c99be-c13c-49bf-83a8-8c73dfdb3d0e" providerId="ADAL" clId="{C3A71CDB-036E-4C4C-8DD6-5665F9C78D36}" dt="2025-01-30T14:39:51.524" v="983" actId="1076"/>
        <pc:sldMkLst>
          <pc:docMk/>
          <pc:sldMk cId="1618565476" sldId="1061"/>
        </pc:sldMkLst>
      </pc:sldChg>
      <pc:sldChg chg="addSp delSp modSp add del mod ord">
        <pc:chgData name="Yasaman Kakaei Siahkal" userId="df6c99be-c13c-49bf-83a8-8c73dfdb3d0e" providerId="ADAL" clId="{C3A71CDB-036E-4C4C-8DD6-5665F9C78D36}" dt="2025-01-30T15:57:46.253" v="1889" actId="20577"/>
        <pc:sldMkLst>
          <pc:docMk/>
          <pc:sldMk cId="3472139460" sldId="1062"/>
        </pc:sldMkLst>
      </pc:sldChg>
      <pc:sldChg chg="addSp modSp add mod ord">
        <pc:chgData name="Yasaman Kakaei Siahkal" userId="df6c99be-c13c-49bf-83a8-8c73dfdb3d0e" providerId="ADAL" clId="{C3A71CDB-036E-4C4C-8DD6-5665F9C78D36}" dt="2025-01-31T09:46:29.663" v="2241" actId="20577"/>
        <pc:sldMkLst>
          <pc:docMk/>
          <pc:sldMk cId="1038204635" sldId="1063"/>
        </pc:sldMkLst>
      </pc:sldChg>
      <pc:sldChg chg="addSp modSp add mod ord">
        <pc:chgData name="Yasaman Kakaei Siahkal" userId="df6c99be-c13c-49bf-83a8-8c73dfdb3d0e" providerId="ADAL" clId="{C3A71CDB-036E-4C4C-8DD6-5665F9C78D36}" dt="2025-01-31T09:47:10.205" v="2257" actId="20577"/>
        <pc:sldMkLst>
          <pc:docMk/>
          <pc:sldMk cId="2694123502" sldId="1064"/>
        </pc:sldMkLst>
      </pc:sldChg>
    </pc:docChg>
  </pc:docChgLst>
  <pc:docChgLst>
    <pc:chgData name="Yasaman Kakaei Siahkal" userId="3a055718-efa7-4260-8c52-a0f17318531d" providerId="ADAL" clId="{D5C58889-E913-43A2-A60E-9AD5D95394E8}"/>
    <pc:docChg chg="undo redo custSel addSld delSld modSld sldOrd delMainMaster">
      <pc:chgData name="Yasaman Kakaei Siahkal" userId="3a055718-efa7-4260-8c52-a0f17318531d" providerId="ADAL" clId="{D5C58889-E913-43A2-A60E-9AD5D95394E8}" dt="2025-03-06T07:56:02.068" v="9628" actId="20577"/>
      <pc:docMkLst>
        <pc:docMk/>
      </pc:docMkLst>
      <pc:sldChg chg="modSp">
        <pc:chgData name="Yasaman Kakaei Siahkal" userId="3a055718-efa7-4260-8c52-a0f17318531d" providerId="ADAL" clId="{D5C58889-E913-43A2-A60E-9AD5D95394E8}" dt="2025-03-06T07:56:02.068" v="9628" actId="20577"/>
        <pc:sldMkLst>
          <pc:docMk/>
          <pc:sldMk cId="0" sldId="256"/>
        </pc:sldMkLst>
      </pc:sldChg>
      <pc:sldChg chg="delSp modSp mod">
        <pc:chgData name="Yasaman Kakaei Siahkal" userId="3a055718-efa7-4260-8c52-a0f17318531d" providerId="ADAL" clId="{D5C58889-E913-43A2-A60E-9AD5D95394E8}" dt="2025-03-05T12:59:10.594" v="8839" actId="255"/>
        <pc:sldMkLst>
          <pc:docMk/>
          <pc:sldMk cId="1836825329" sldId="258"/>
        </pc:sldMkLst>
      </pc:sldChg>
      <pc:sldChg chg="addSp delSp modSp mod modAnim">
        <pc:chgData name="Yasaman Kakaei Siahkal" userId="3a055718-efa7-4260-8c52-a0f17318531d" providerId="ADAL" clId="{D5C58889-E913-43A2-A60E-9AD5D95394E8}" dt="2025-03-06T03:50:51.705" v="9520" actId="1076"/>
        <pc:sldMkLst>
          <pc:docMk/>
          <pc:sldMk cId="875424264" sldId="266"/>
        </pc:sldMkLst>
      </pc:sldChg>
      <pc:sldChg chg="addSp delSp modSp add del mod">
        <pc:chgData name="Yasaman Kakaei Siahkal" userId="3a055718-efa7-4260-8c52-a0f17318531d" providerId="ADAL" clId="{D5C58889-E913-43A2-A60E-9AD5D95394E8}" dt="2025-02-15T15:07:41.103" v="5486" actId="47"/>
        <pc:sldMkLst>
          <pc:docMk/>
          <pc:sldMk cId="0" sldId="268"/>
        </pc:sldMkLst>
      </pc:sldChg>
      <pc:sldChg chg="modSp del mod">
        <pc:chgData name="Yasaman Kakaei Siahkal" userId="3a055718-efa7-4260-8c52-a0f17318531d" providerId="ADAL" clId="{D5C58889-E913-43A2-A60E-9AD5D95394E8}" dt="2025-02-12T09:41:28.043" v="1570" actId="47"/>
        <pc:sldMkLst>
          <pc:docMk/>
          <pc:sldMk cId="3385714917" sldId="268"/>
        </pc:sldMkLst>
      </pc:sldChg>
      <pc:sldChg chg="add del">
        <pc:chgData name="Yasaman Kakaei Siahkal" userId="3a055718-efa7-4260-8c52-a0f17318531d" providerId="ADAL" clId="{D5C58889-E913-43A2-A60E-9AD5D95394E8}" dt="2025-02-12T09:43:28.536" v="1572" actId="47"/>
        <pc:sldMkLst>
          <pc:docMk/>
          <pc:sldMk cId="0" sldId="269"/>
        </pc:sldMkLst>
      </pc:sldChg>
      <pc:sldChg chg="addSp delSp modSp mod modAnim">
        <pc:chgData name="Yasaman Kakaei Siahkal" userId="3a055718-efa7-4260-8c52-a0f17318531d" providerId="ADAL" clId="{D5C58889-E913-43A2-A60E-9AD5D95394E8}" dt="2025-03-05T19:30:48.024" v="9420" actId="14734"/>
        <pc:sldMkLst>
          <pc:docMk/>
          <pc:sldMk cId="3198491220" sldId="270"/>
        </pc:sldMkLst>
      </pc:sldChg>
      <pc:sldChg chg="addSp delSp modSp mod modAnim">
        <pc:chgData name="Yasaman Kakaei Siahkal" userId="3a055718-efa7-4260-8c52-a0f17318531d" providerId="ADAL" clId="{D5C58889-E913-43A2-A60E-9AD5D95394E8}" dt="2025-03-05T19:29:46.171" v="9395" actId="255"/>
        <pc:sldMkLst>
          <pc:docMk/>
          <pc:sldMk cId="2871198744" sldId="271"/>
        </pc:sldMkLst>
      </pc:sldChg>
      <pc:sldChg chg="addSp delSp modSp mod modAnim">
        <pc:chgData name="Yasaman Kakaei Siahkal" userId="3a055718-efa7-4260-8c52-a0f17318531d" providerId="ADAL" clId="{D5C58889-E913-43A2-A60E-9AD5D95394E8}" dt="2025-03-05T19:30:29.802" v="9414" actId="14734"/>
        <pc:sldMkLst>
          <pc:docMk/>
          <pc:sldMk cId="1268758547" sldId="272"/>
        </pc:sldMkLst>
      </pc:sldChg>
      <pc:sldChg chg="addSp delSp modSp mod ord">
        <pc:chgData name="Yasaman Kakaei Siahkal" userId="3a055718-efa7-4260-8c52-a0f17318531d" providerId="ADAL" clId="{D5C58889-E913-43A2-A60E-9AD5D95394E8}" dt="2025-03-05T19:35:58.054" v="9424"/>
        <pc:sldMkLst>
          <pc:docMk/>
          <pc:sldMk cId="4057604355" sldId="273"/>
        </pc:sldMkLst>
      </pc:sldChg>
      <pc:sldChg chg="delSp modSp mod ord modAnim">
        <pc:chgData name="Yasaman Kakaei Siahkal" userId="3a055718-efa7-4260-8c52-a0f17318531d" providerId="ADAL" clId="{D5C58889-E913-43A2-A60E-9AD5D95394E8}" dt="2025-03-05T19:34:56.923" v="9422"/>
        <pc:sldMkLst>
          <pc:docMk/>
          <pc:sldMk cId="4109133847" sldId="274"/>
        </pc:sldMkLst>
      </pc:sldChg>
      <pc:sldChg chg="delSp modSp add del mod ord modAnim">
        <pc:chgData name="Yasaman Kakaei Siahkal" userId="3a055718-efa7-4260-8c52-a0f17318531d" providerId="ADAL" clId="{D5C58889-E913-43A2-A60E-9AD5D95394E8}" dt="2025-03-05T19:38:40.716" v="9438"/>
        <pc:sldMkLst>
          <pc:docMk/>
          <pc:sldMk cId="816238618" sldId="278"/>
        </pc:sldMkLst>
      </pc:sldChg>
      <pc:sldChg chg="addSp delSp modSp mod ord modAnim">
        <pc:chgData name="Yasaman Kakaei Siahkal" userId="3a055718-efa7-4260-8c52-a0f17318531d" providerId="ADAL" clId="{D5C58889-E913-43A2-A60E-9AD5D95394E8}" dt="2025-03-05T19:39:49.306" v="9440"/>
        <pc:sldMkLst>
          <pc:docMk/>
          <pc:sldMk cId="497091530" sldId="279"/>
        </pc:sldMkLst>
      </pc:sldChg>
      <pc:sldChg chg="addSp delSp modSp mod ord modAnim">
        <pc:chgData name="Yasaman Kakaei Siahkal" userId="3a055718-efa7-4260-8c52-a0f17318531d" providerId="ADAL" clId="{D5C58889-E913-43A2-A60E-9AD5D95394E8}" dt="2025-03-05T19:39:49.306" v="9440"/>
        <pc:sldMkLst>
          <pc:docMk/>
          <pc:sldMk cId="1797222089" sldId="280"/>
        </pc:sldMkLst>
      </pc:sldChg>
      <pc:sldChg chg="delSp modSp mod ord modAnim">
        <pc:chgData name="Yasaman Kakaei Siahkal" userId="3a055718-efa7-4260-8c52-a0f17318531d" providerId="ADAL" clId="{D5C58889-E913-43A2-A60E-9AD5D95394E8}" dt="2025-03-05T19:41:29.699" v="9442"/>
        <pc:sldMkLst>
          <pc:docMk/>
          <pc:sldMk cId="1507140504" sldId="281"/>
        </pc:sldMkLst>
      </pc:sldChg>
      <pc:sldChg chg="addSp delSp modSp add mod ord modTransition setBg modAnim modNotes">
        <pc:chgData name="Yasaman Kakaei Siahkal" userId="3a055718-efa7-4260-8c52-a0f17318531d" providerId="ADAL" clId="{D5C58889-E913-43A2-A60E-9AD5D95394E8}" dt="2025-03-05T08:29:56.273" v="8524" actId="1076"/>
        <pc:sldMkLst>
          <pc:docMk/>
          <pc:sldMk cId="0" sldId="282"/>
        </pc:sldMkLst>
      </pc:sldChg>
      <pc:sldChg chg="delSp add del mod ord">
        <pc:chgData name="Yasaman Kakaei Siahkal" userId="3a055718-efa7-4260-8c52-a0f17318531d" providerId="ADAL" clId="{D5C58889-E913-43A2-A60E-9AD5D95394E8}" dt="2025-02-05T08:03:11.232" v="750" actId="47"/>
        <pc:sldMkLst>
          <pc:docMk/>
          <pc:sldMk cId="1909472694" sldId="282"/>
        </pc:sldMkLst>
      </pc:sldChg>
      <pc:sldChg chg="addSp delSp modSp add mod setBg modNotes modNotesTx">
        <pc:chgData name="Yasaman Kakaei Siahkal" userId="3a055718-efa7-4260-8c52-a0f17318531d" providerId="ADAL" clId="{D5C58889-E913-43A2-A60E-9AD5D95394E8}" dt="2025-03-05T12:57:38.117" v="8824" actId="255"/>
        <pc:sldMkLst>
          <pc:docMk/>
          <pc:sldMk cId="0" sldId="283"/>
        </pc:sldMkLst>
      </pc:sldChg>
      <pc:sldChg chg="delSp add del mod ord">
        <pc:chgData name="Yasaman Kakaei Siahkal" userId="3a055718-efa7-4260-8c52-a0f17318531d" providerId="ADAL" clId="{D5C58889-E913-43A2-A60E-9AD5D95394E8}" dt="2025-02-05T08:07:32.243" v="801" actId="47"/>
        <pc:sldMkLst>
          <pc:docMk/>
          <pc:sldMk cId="741021291" sldId="283"/>
        </pc:sldMkLst>
      </pc:sldChg>
      <pc:sldChg chg="modSp add del mod setBg modNotes">
        <pc:chgData name="Yasaman Kakaei Siahkal" userId="3a055718-efa7-4260-8c52-a0f17318531d" providerId="ADAL" clId="{D5C58889-E913-43A2-A60E-9AD5D95394E8}" dt="2025-02-14T14:15:08.305" v="4014" actId="47"/>
        <pc:sldMkLst>
          <pc:docMk/>
          <pc:sldMk cId="0" sldId="284"/>
        </pc:sldMkLst>
      </pc:sldChg>
      <pc:sldChg chg="add del ord">
        <pc:chgData name="Yasaman Kakaei Siahkal" userId="3a055718-efa7-4260-8c52-a0f17318531d" providerId="ADAL" clId="{D5C58889-E913-43A2-A60E-9AD5D95394E8}" dt="2025-02-05T08:10:20.472" v="839" actId="47"/>
        <pc:sldMkLst>
          <pc:docMk/>
          <pc:sldMk cId="6301326" sldId="284"/>
        </pc:sldMkLst>
      </pc:sldChg>
      <pc:sldChg chg="add del ord">
        <pc:chgData name="Yasaman Kakaei Siahkal" userId="3a055718-efa7-4260-8c52-a0f17318531d" providerId="ADAL" clId="{D5C58889-E913-43A2-A60E-9AD5D95394E8}" dt="2025-02-05T08:15:41.508" v="877" actId="47"/>
        <pc:sldMkLst>
          <pc:docMk/>
          <pc:sldMk cId="3699287207" sldId="285"/>
        </pc:sldMkLst>
      </pc:sldChg>
      <pc:sldChg chg="add del ord">
        <pc:chgData name="Yasaman Kakaei Siahkal" userId="3a055718-efa7-4260-8c52-a0f17318531d" providerId="ADAL" clId="{D5C58889-E913-43A2-A60E-9AD5D95394E8}" dt="2025-02-05T08:26:01.269" v="930" actId="47"/>
        <pc:sldMkLst>
          <pc:docMk/>
          <pc:sldMk cId="3580686371" sldId="286"/>
        </pc:sldMkLst>
      </pc:sldChg>
      <pc:sldChg chg="addSp delSp modSp add del mod ord addAnim delAnim modAnim">
        <pc:chgData name="Yasaman Kakaei Siahkal" userId="3a055718-efa7-4260-8c52-a0f17318531d" providerId="ADAL" clId="{D5C58889-E913-43A2-A60E-9AD5D95394E8}" dt="2025-03-05T13:04:40.087" v="8921"/>
        <pc:sldMkLst>
          <pc:docMk/>
          <pc:sldMk cId="2961301867" sldId="287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4:46.939" v="8925"/>
        <pc:sldMkLst>
          <pc:docMk/>
          <pc:sldMk cId="3894602230" sldId="288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7:30.587" v="8972" actId="1076"/>
        <pc:sldMkLst>
          <pc:docMk/>
          <pc:sldMk cId="2894335920" sldId="289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4:43.733" v="8923"/>
        <pc:sldMkLst>
          <pc:docMk/>
          <pc:sldMk cId="3721328710" sldId="290"/>
        </pc:sldMkLst>
      </pc:sldChg>
      <pc:sldChg chg="addSp delSp modSp mod">
        <pc:chgData name="Yasaman Kakaei Siahkal" userId="3a055718-efa7-4260-8c52-a0f17318531d" providerId="ADAL" clId="{D5C58889-E913-43A2-A60E-9AD5D95394E8}" dt="2025-03-05T13:45:41.258" v="9223" actId="478"/>
        <pc:sldMkLst>
          <pc:docMk/>
          <pc:sldMk cId="176005227" sldId="1025"/>
        </pc:sldMkLst>
      </pc:sldChg>
      <pc:sldChg chg="add del">
        <pc:chgData name="Yasaman Kakaei Siahkal" userId="3a055718-efa7-4260-8c52-a0f17318531d" providerId="ADAL" clId="{D5C58889-E913-43A2-A60E-9AD5D95394E8}" dt="2025-02-12T09:34:39.832" v="1512" actId="47"/>
        <pc:sldMkLst>
          <pc:docMk/>
          <pc:sldMk cId="3500021322" sldId="1036"/>
        </pc:sldMkLst>
      </pc:sldChg>
      <pc:sldChg chg="add del">
        <pc:chgData name="Yasaman Kakaei Siahkal" userId="3a055718-efa7-4260-8c52-a0f17318531d" providerId="ADAL" clId="{D5C58889-E913-43A2-A60E-9AD5D95394E8}" dt="2025-02-12T09:35:13.203" v="1524" actId="47"/>
        <pc:sldMkLst>
          <pc:docMk/>
          <pc:sldMk cId="1213493160" sldId="1037"/>
        </pc:sldMkLst>
      </pc:sldChg>
      <pc:sldChg chg="add del">
        <pc:chgData name="Yasaman Kakaei Siahkal" userId="3a055718-efa7-4260-8c52-a0f17318531d" providerId="ADAL" clId="{D5C58889-E913-43A2-A60E-9AD5D95394E8}" dt="2025-02-12T09:35:58.984" v="1543" actId="47"/>
        <pc:sldMkLst>
          <pc:docMk/>
          <pc:sldMk cId="453993824" sldId="1038"/>
        </pc:sldMkLst>
      </pc:sldChg>
      <pc:sldChg chg="delSp add del mod">
        <pc:chgData name="Yasaman Kakaei Siahkal" userId="3a055718-efa7-4260-8c52-a0f17318531d" providerId="ADAL" clId="{D5C58889-E913-43A2-A60E-9AD5D95394E8}" dt="2025-02-12T09:37:03.965" v="1555" actId="47"/>
        <pc:sldMkLst>
          <pc:docMk/>
          <pc:sldMk cId="4119847394" sldId="1039"/>
        </pc:sldMkLst>
      </pc:sldChg>
      <pc:sldChg chg="add del">
        <pc:chgData name="Yasaman Kakaei Siahkal" userId="3a055718-efa7-4260-8c52-a0f17318531d" providerId="ADAL" clId="{D5C58889-E913-43A2-A60E-9AD5D95394E8}" dt="2025-02-12T09:36:17.640" v="1544" actId="47"/>
        <pc:sldMkLst>
          <pc:docMk/>
          <pc:sldMk cId="681602101" sldId="1040"/>
        </pc:sldMkLst>
      </pc:sldChg>
      <pc:sldChg chg="add del">
        <pc:chgData name="Yasaman Kakaei Siahkal" userId="3a055718-efa7-4260-8c52-a0f17318531d" providerId="ADAL" clId="{D5C58889-E913-43A2-A60E-9AD5D95394E8}" dt="2025-02-12T09:36:19.358" v="1545" actId="47"/>
        <pc:sldMkLst>
          <pc:docMk/>
          <pc:sldMk cId="2659107704" sldId="1041"/>
        </pc:sldMkLst>
      </pc:sldChg>
      <pc:sldChg chg="add del">
        <pc:chgData name="Yasaman Kakaei Siahkal" userId="3a055718-efa7-4260-8c52-a0f17318531d" providerId="ADAL" clId="{D5C58889-E913-43A2-A60E-9AD5D95394E8}" dt="2025-02-12T09:36:20.509" v="1546" actId="47"/>
        <pc:sldMkLst>
          <pc:docMk/>
          <pc:sldMk cId="1731971266" sldId="1042"/>
        </pc:sldMkLst>
      </pc:sldChg>
      <pc:sldChg chg="delSp modSp mod ord modAnim">
        <pc:chgData name="Yasaman Kakaei Siahkal" userId="3a055718-efa7-4260-8c52-a0f17318531d" providerId="ADAL" clId="{D5C58889-E913-43A2-A60E-9AD5D95394E8}" dt="2025-02-17T14:50:13.543" v="7629" actId="478"/>
        <pc:sldMkLst>
          <pc:docMk/>
          <pc:sldMk cId="3728293805" sldId="1055"/>
        </pc:sldMkLst>
      </pc:sldChg>
      <pc:sldChg chg="addSp delSp modSp mod modAnim">
        <pc:chgData name="Yasaman Kakaei Siahkal" userId="3a055718-efa7-4260-8c52-a0f17318531d" providerId="ADAL" clId="{D5C58889-E913-43A2-A60E-9AD5D95394E8}" dt="2025-03-05T09:23:36.085" v="8678"/>
        <pc:sldMkLst>
          <pc:docMk/>
          <pc:sldMk cId="3624731395" sldId="1056"/>
        </pc:sldMkLst>
      </pc:sldChg>
      <pc:sldChg chg="addSp delSp modSp mod modAnim">
        <pc:chgData name="Yasaman Kakaei Siahkal" userId="3a055718-efa7-4260-8c52-a0f17318531d" providerId="ADAL" clId="{D5C58889-E913-43A2-A60E-9AD5D95394E8}" dt="2025-02-17T14:50:34.427" v="7633" actId="478"/>
        <pc:sldMkLst>
          <pc:docMk/>
          <pc:sldMk cId="2540459514" sldId="1057"/>
        </pc:sldMkLst>
      </pc:sldChg>
      <pc:sldChg chg="addSp delSp modSp mod modAnim">
        <pc:chgData name="Yasaman Kakaei Siahkal" userId="3a055718-efa7-4260-8c52-a0f17318531d" providerId="ADAL" clId="{D5C58889-E913-43A2-A60E-9AD5D95394E8}" dt="2025-02-17T14:50:38.812" v="7635" actId="478"/>
        <pc:sldMkLst>
          <pc:docMk/>
          <pc:sldMk cId="2245338301" sldId="1058"/>
        </pc:sldMkLst>
      </pc:sldChg>
      <pc:sldChg chg="delSp modSp mod modAnim">
        <pc:chgData name="Yasaman Kakaei Siahkal" userId="3a055718-efa7-4260-8c52-a0f17318531d" providerId="ADAL" clId="{D5C58889-E913-43A2-A60E-9AD5D95394E8}" dt="2025-03-05T16:38:28.774" v="9303" actId="478"/>
        <pc:sldMkLst>
          <pc:docMk/>
          <pc:sldMk cId="1524747067" sldId="1059"/>
        </pc:sldMkLst>
      </pc:sldChg>
      <pc:sldChg chg="addSp delSp modSp mod delAnim modAnim">
        <pc:chgData name="Yasaman Kakaei Siahkal" userId="3a055718-efa7-4260-8c52-a0f17318531d" providerId="ADAL" clId="{D5C58889-E913-43A2-A60E-9AD5D95394E8}" dt="2025-03-05T12:59:22.337" v="8842" actId="1076"/>
        <pc:sldMkLst>
          <pc:docMk/>
          <pc:sldMk cId="3330594074" sldId="1060"/>
        </pc:sldMkLst>
      </pc:sldChg>
      <pc:sldChg chg="modSp del mod">
        <pc:chgData name="Yasaman Kakaei Siahkal" userId="3a055718-efa7-4260-8c52-a0f17318531d" providerId="ADAL" clId="{D5C58889-E913-43A2-A60E-9AD5D95394E8}" dt="2025-02-17T14:22:59.970" v="7393" actId="47"/>
        <pc:sldMkLst>
          <pc:docMk/>
          <pc:sldMk cId="1618565476" sldId="1061"/>
        </pc:sldMkLst>
      </pc:sldChg>
      <pc:sldChg chg="delSp modSp mod">
        <pc:chgData name="Yasaman Kakaei Siahkal" userId="3a055718-efa7-4260-8c52-a0f17318531d" providerId="ADAL" clId="{D5C58889-E913-43A2-A60E-9AD5D95394E8}" dt="2025-03-05T12:59:57.914" v="8853" actId="1076"/>
        <pc:sldMkLst>
          <pc:docMk/>
          <pc:sldMk cId="3472139460" sldId="1062"/>
        </pc:sldMkLst>
      </pc:sldChg>
      <pc:sldChg chg="addSp delSp modSp add del mod">
        <pc:chgData name="Yasaman Kakaei Siahkal" userId="3a055718-efa7-4260-8c52-a0f17318531d" providerId="ADAL" clId="{D5C58889-E913-43A2-A60E-9AD5D95394E8}" dt="2025-03-05T13:01:33.786" v="8878" actId="1076"/>
        <pc:sldMkLst>
          <pc:docMk/>
          <pc:sldMk cId="1038204635" sldId="1063"/>
        </pc:sldMkLst>
      </pc:sldChg>
      <pc:sldChg chg="addSp delSp modSp mod modAnim">
        <pc:chgData name="Yasaman Kakaei Siahkal" userId="3a055718-efa7-4260-8c52-a0f17318531d" providerId="ADAL" clId="{D5C58889-E913-43A2-A60E-9AD5D95394E8}" dt="2025-03-05T13:02:48.201" v="8895" actId="1076"/>
        <pc:sldMkLst>
          <pc:docMk/>
          <pc:sldMk cId="2694123502" sldId="1064"/>
        </pc:sldMkLst>
      </pc:sldChg>
      <pc:sldChg chg="addSp delSp modSp add del mod modAnim">
        <pc:chgData name="Yasaman Kakaei Siahkal" userId="3a055718-efa7-4260-8c52-a0f17318531d" providerId="ADAL" clId="{D5C58889-E913-43A2-A60E-9AD5D95394E8}" dt="2025-02-11T10:11:19.179" v="1360" actId="47"/>
        <pc:sldMkLst>
          <pc:docMk/>
          <pc:sldMk cId="4049118174" sldId="1065"/>
        </pc:sldMkLst>
      </pc:sldChg>
      <pc:sldChg chg="addSp delSp modSp add del mod modNotesTx">
        <pc:chgData name="Yasaman Kakaei Siahkal" userId="3a055718-efa7-4260-8c52-a0f17318531d" providerId="ADAL" clId="{D5C58889-E913-43A2-A60E-9AD5D95394E8}" dt="2025-02-12T10:41:54.297" v="2071" actId="47"/>
        <pc:sldMkLst>
          <pc:docMk/>
          <pc:sldMk cId="3219284897" sldId="1066"/>
        </pc:sldMkLst>
      </pc:sldChg>
      <pc:sldChg chg="addSp modSp add del mod">
        <pc:chgData name="Yasaman Kakaei Siahkal" userId="3a055718-efa7-4260-8c52-a0f17318531d" providerId="ADAL" clId="{D5C58889-E913-43A2-A60E-9AD5D95394E8}" dt="2025-02-03T08:56:10.149" v="427" actId="47"/>
        <pc:sldMkLst>
          <pc:docMk/>
          <pc:sldMk cId="3431044624" sldId="1066"/>
        </pc:sldMkLst>
      </pc:sldChg>
      <pc:sldChg chg="addSp delSp modSp add del mod">
        <pc:chgData name="Yasaman Kakaei Siahkal" userId="3a055718-efa7-4260-8c52-a0f17318531d" providerId="ADAL" clId="{D5C58889-E913-43A2-A60E-9AD5D95394E8}" dt="2025-02-11T10:10:42.844" v="1358" actId="47"/>
        <pc:sldMkLst>
          <pc:docMk/>
          <pc:sldMk cId="2346411156" sldId="1067"/>
        </pc:sldMkLst>
      </pc:sldChg>
      <pc:sldChg chg="addSp delSp modSp add del mod">
        <pc:chgData name="Yasaman Kakaei Siahkal" userId="3a055718-efa7-4260-8c52-a0f17318531d" providerId="ADAL" clId="{D5C58889-E913-43A2-A60E-9AD5D95394E8}" dt="2025-02-11T10:10:31.318" v="1357" actId="47"/>
        <pc:sldMkLst>
          <pc:docMk/>
          <pc:sldMk cId="1776254519" sldId="1068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3:14.495" v="8901" actId="1076"/>
        <pc:sldMkLst>
          <pc:docMk/>
          <pc:sldMk cId="3309569220" sldId="1069"/>
        </pc:sldMkLst>
      </pc:sldChg>
      <pc:sldChg chg="addSp delSp modSp add mod delAnim modAnim">
        <pc:chgData name="Yasaman Kakaei Siahkal" userId="3a055718-efa7-4260-8c52-a0f17318531d" providerId="ADAL" clId="{D5C58889-E913-43A2-A60E-9AD5D95394E8}" dt="2025-03-05T13:03:22.152" v="8903" actId="1076"/>
        <pc:sldMkLst>
          <pc:docMk/>
          <pc:sldMk cId="499232569" sldId="1070"/>
        </pc:sldMkLst>
      </pc:sldChg>
      <pc:sldChg chg="addSp delSp modSp add del mod ord modAnim">
        <pc:chgData name="Yasaman Kakaei Siahkal" userId="3a055718-efa7-4260-8c52-a0f17318531d" providerId="ADAL" clId="{D5C58889-E913-43A2-A60E-9AD5D95394E8}" dt="2025-03-05T19:47:46.252" v="9444"/>
        <pc:sldMkLst>
          <pc:docMk/>
          <pc:sldMk cId="1223522086" sldId="1071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3:26.454" v="8904" actId="255"/>
        <pc:sldMkLst>
          <pc:docMk/>
          <pc:sldMk cId="1154907620" sldId="1072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3:44.787" v="8908" actId="1076"/>
        <pc:sldMkLst>
          <pc:docMk/>
          <pc:sldMk cId="143933976" sldId="1073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09:43:23.352" v="8710" actId="20577"/>
        <pc:sldMkLst>
          <pc:docMk/>
          <pc:sldMk cId="3515131991" sldId="1074"/>
        </pc:sldMkLst>
      </pc:sldChg>
      <pc:sldChg chg="addSp delSp modSp add mod modAnim">
        <pc:chgData name="Yasaman Kakaei Siahkal" userId="3a055718-efa7-4260-8c52-a0f17318531d" providerId="ADAL" clId="{D5C58889-E913-43A2-A60E-9AD5D95394E8}" dt="2025-02-17T14:51:07.186" v="7644" actId="478"/>
        <pc:sldMkLst>
          <pc:docMk/>
          <pc:sldMk cId="4183089359" sldId="1075"/>
        </pc:sldMkLst>
      </pc:sldChg>
      <pc:sldChg chg="add del ord">
        <pc:chgData name="Yasaman Kakaei Siahkal" userId="3a055718-efa7-4260-8c52-a0f17318531d" providerId="ADAL" clId="{D5C58889-E913-43A2-A60E-9AD5D95394E8}" dt="2025-02-15T15:02:18.123" v="5416" actId="47"/>
        <pc:sldMkLst>
          <pc:docMk/>
          <pc:sldMk cId="3416863" sldId="1076"/>
        </pc:sldMkLst>
      </pc:sldChg>
      <pc:sldChg chg="addSp delSp modSp add del mod modTransition modAnim">
        <pc:chgData name="Yasaman Kakaei Siahkal" userId="3a055718-efa7-4260-8c52-a0f17318531d" providerId="ADAL" clId="{D5C58889-E913-43A2-A60E-9AD5D95394E8}" dt="2025-03-05T13:05:21.662" v="8939"/>
        <pc:sldMkLst>
          <pc:docMk/>
          <pc:sldMk cId="2589828515" sldId="1077"/>
        </pc:sldMkLst>
      </pc:sldChg>
      <pc:sldChg chg="addSp delSp modSp new add del mod modNotesTx">
        <pc:chgData name="Yasaman Kakaei Siahkal" userId="3a055718-efa7-4260-8c52-a0f17318531d" providerId="ADAL" clId="{D5C58889-E913-43A2-A60E-9AD5D95394E8}" dt="2025-03-05T16:45:51.020" v="9312" actId="47"/>
        <pc:sldMkLst>
          <pc:docMk/>
          <pc:sldMk cId="551969304" sldId="1078"/>
        </pc:sldMkLst>
      </pc:sldChg>
      <pc:sldChg chg="delSp modSp add mod ord modAnim">
        <pc:chgData name="Yasaman Kakaei Siahkal" userId="3a055718-efa7-4260-8c52-a0f17318531d" providerId="ADAL" clId="{D5C58889-E913-43A2-A60E-9AD5D95394E8}" dt="2025-03-05T16:51:41.774" v="9314"/>
        <pc:sldMkLst>
          <pc:docMk/>
          <pc:sldMk cId="574856790" sldId="1079"/>
        </pc:sldMkLst>
      </pc:sldChg>
      <pc:sldChg chg="addSp delSp modSp add mod ord modAnim modNotesTx">
        <pc:chgData name="Yasaman Kakaei Siahkal" userId="3a055718-efa7-4260-8c52-a0f17318531d" providerId="ADAL" clId="{D5C58889-E913-43A2-A60E-9AD5D95394E8}" dt="2025-03-05T18:41:20.332" v="9353" actId="20577"/>
        <pc:sldMkLst>
          <pc:docMk/>
          <pc:sldMk cId="3260253685" sldId="1080"/>
        </pc:sldMkLst>
      </pc:sldChg>
      <pc:sldChg chg="delSp modSp add mod modAnim">
        <pc:chgData name="Yasaman Kakaei Siahkal" userId="3a055718-efa7-4260-8c52-a0f17318531d" providerId="ADAL" clId="{D5C58889-E913-43A2-A60E-9AD5D95394E8}" dt="2025-02-27T13:00:19.154" v="8322" actId="1076"/>
        <pc:sldMkLst>
          <pc:docMk/>
          <pc:sldMk cId="1501772284" sldId="1081"/>
        </pc:sldMkLst>
      </pc:sldChg>
      <pc:sldChg chg="addSp delSp modSp add mod ord modNotesTx">
        <pc:chgData name="Yasaman Kakaei Siahkal" userId="3a055718-efa7-4260-8c52-a0f17318531d" providerId="ADAL" clId="{D5C58889-E913-43A2-A60E-9AD5D95394E8}" dt="2025-03-06T07:24:04.379" v="9608" actId="20577"/>
        <pc:sldMkLst>
          <pc:docMk/>
          <pc:sldMk cId="933860488" sldId="1082"/>
        </pc:sldMkLst>
      </pc:sldChg>
      <pc:sldChg chg="addSp delSp modSp add del mod modNotesTx">
        <pc:chgData name="Yasaman Kakaei Siahkal" userId="3a055718-efa7-4260-8c52-a0f17318531d" providerId="ADAL" clId="{D5C58889-E913-43A2-A60E-9AD5D95394E8}" dt="2025-02-12T13:02:15.403" v="2625" actId="47"/>
        <pc:sldMkLst>
          <pc:docMk/>
          <pc:sldMk cId="2978716852" sldId="1082"/>
        </pc:sldMkLst>
      </pc:sldChg>
      <pc:sldChg chg="addSp delSp modSp add mod modAnim">
        <pc:chgData name="Yasaman Kakaei Siahkal" userId="3a055718-efa7-4260-8c52-a0f17318531d" providerId="ADAL" clId="{D5C58889-E913-43A2-A60E-9AD5D95394E8}" dt="2025-03-06T03:50:44.629" v="9519" actId="122"/>
        <pc:sldMkLst>
          <pc:docMk/>
          <pc:sldMk cId="1237433957" sldId="1083"/>
        </pc:sldMkLst>
      </pc:sldChg>
      <pc:sldChg chg="addSp modSp add del mod">
        <pc:chgData name="Yasaman Kakaei Siahkal" userId="3a055718-efa7-4260-8c52-a0f17318531d" providerId="ADAL" clId="{D5C58889-E913-43A2-A60E-9AD5D95394E8}" dt="2025-02-12T13:01:56.029" v="2614" actId="47"/>
        <pc:sldMkLst>
          <pc:docMk/>
          <pc:sldMk cId="3933934603" sldId="1083"/>
        </pc:sldMkLst>
      </pc:sldChg>
      <pc:sldChg chg="addSp delSp modSp add del mod">
        <pc:chgData name="Yasaman Kakaei Siahkal" userId="3a055718-efa7-4260-8c52-a0f17318531d" providerId="ADAL" clId="{D5C58889-E913-43A2-A60E-9AD5D95394E8}" dt="2025-03-05T19:37:35.011" v="9435" actId="1076"/>
        <pc:sldMkLst>
          <pc:docMk/>
          <pc:sldMk cId="2373736219" sldId="1084"/>
        </pc:sldMkLst>
      </pc:sldChg>
      <pc:sldChg chg="addSp delSp modSp add mod modAnim">
        <pc:chgData name="Yasaman Kakaei Siahkal" userId="3a055718-efa7-4260-8c52-a0f17318531d" providerId="ADAL" clId="{D5C58889-E913-43A2-A60E-9AD5D95394E8}" dt="2025-03-06T03:51:12.956" v="9524" actId="122"/>
        <pc:sldMkLst>
          <pc:docMk/>
          <pc:sldMk cId="3584489047" sldId="1085"/>
        </pc:sldMkLst>
      </pc:sldChg>
      <pc:sldChg chg="addSp delSp modSp add mod">
        <pc:chgData name="Yasaman Kakaei Siahkal" userId="3a055718-efa7-4260-8c52-a0f17318531d" providerId="ADAL" clId="{D5C58889-E913-43A2-A60E-9AD5D95394E8}" dt="2025-03-05T19:38:14.029" v="9436" actId="1076"/>
        <pc:sldMkLst>
          <pc:docMk/>
          <pc:sldMk cId="1471776505" sldId="1086"/>
        </pc:sldMkLst>
      </pc:sldChg>
      <pc:sldChg chg="addSp delSp modSp new del mod ord">
        <pc:chgData name="Yasaman Kakaei Siahkal" userId="3a055718-efa7-4260-8c52-a0f17318531d" providerId="ADAL" clId="{D5C58889-E913-43A2-A60E-9AD5D95394E8}" dt="2025-02-15T12:58:56.449" v="4437" actId="47"/>
        <pc:sldMkLst>
          <pc:docMk/>
          <pc:sldMk cId="3969831998" sldId="1087"/>
        </pc:sldMkLst>
      </pc:sldChg>
      <pc:sldChg chg="addSp delSp modSp new mod modClrScheme chgLayout">
        <pc:chgData name="Yasaman Kakaei Siahkal" userId="3a055718-efa7-4260-8c52-a0f17318531d" providerId="ADAL" clId="{D5C58889-E913-43A2-A60E-9AD5D95394E8}" dt="2025-02-17T14:51:57.856" v="7658" actId="478"/>
        <pc:sldMkLst>
          <pc:docMk/>
          <pc:sldMk cId="1779458942" sldId="1088"/>
        </pc:sldMkLst>
      </pc:sldChg>
      <pc:sldChg chg="addSp delSp modSp new mod ord modAnim">
        <pc:chgData name="Yasaman Kakaei Siahkal" userId="3a055718-efa7-4260-8c52-a0f17318531d" providerId="ADAL" clId="{D5C58889-E913-43A2-A60E-9AD5D95394E8}" dt="2025-03-05T16:19:05.172" v="9269" actId="12"/>
        <pc:sldMkLst>
          <pc:docMk/>
          <pc:sldMk cId="2603721161" sldId="1089"/>
        </pc:sldMkLst>
      </pc:sldChg>
      <pc:sldChg chg="addSp delSp modSp new mod modClrScheme chgLayout">
        <pc:chgData name="Yasaman Kakaei Siahkal" userId="3a055718-efa7-4260-8c52-a0f17318531d" providerId="ADAL" clId="{D5C58889-E913-43A2-A60E-9AD5D95394E8}" dt="2025-03-05T13:05:18.601" v="8937"/>
        <pc:sldMkLst>
          <pc:docMk/>
          <pc:sldMk cId="3357768450" sldId="1090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6T04:30:37.372" v="9535"/>
        <pc:sldMkLst>
          <pc:docMk/>
          <pc:sldMk cId="1493309919" sldId="1091"/>
        </pc:sldMkLst>
      </pc:sldChg>
      <pc:sldChg chg="delSp add del mod setBg delAnim modNotes">
        <pc:chgData name="Yasaman Kakaei Siahkal" userId="3a055718-efa7-4260-8c52-a0f17318531d" providerId="ADAL" clId="{D5C58889-E913-43A2-A60E-9AD5D95394E8}" dt="2025-02-15T14:49:35.561" v="5263" actId="47"/>
        <pc:sldMkLst>
          <pc:docMk/>
          <pc:sldMk cId="0" sldId="1092"/>
        </pc:sldMkLst>
      </pc:sldChg>
      <pc:sldChg chg="addSp delSp modSp add mod ord">
        <pc:chgData name="Yasaman Kakaei Siahkal" userId="3a055718-efa7-4260-8c52-a0f17318531d" providerId="ADAL" clId="{D5C58889-E913-43A2-A60E-9AD5D95394E8}" dt="2025-03-05T16:44:43.065" v="9306"/>
        <pc:sldMkLst>
          <pc:docMk/>
          <pc:sldMk cId="2359264440" sldId="1093"/>
        </pc:sldMkLst>
      </pc:sldChg>
      <pc:sldChg chg="addSp delSp modSp add mod modTransition delAnim modAnim">
        <pc:chgData name="Yasaman Kakaei Siahkal" userId="3a055718-efa7-4260-8c52-a0f17318531d" providerId="ADAL" clId="{D5C58889-E913-43A2-A60E-9AD5D95394E8}" dt="2025-03-05T13:05:24.961" v="8941"/>
        <pc:sldMkLst>
          <pc:docMk/>
          <pc:sldMk cId="675591680" sldId="1094"/>
        </pc:sldMkLst>
      </pc:sldChg>
      <pc:sldChg chg="addSp delSp modSp del mod">
        <pc:chgData name="Yasaman Kakaei Siahkal" userId="3a055718-efa7-4260-8c52-a0f17318531d" providerId="ADAL" clId="{D5C58889-E913-43A2-A60E-9AD5D95394E8}" dt="2025-02-15T12:58:19.588" v="4436" actId="47"/>
        <pc:sldMkLst>
          <pc:docMk/>
          <pc:sldMk cId="3150737884" sldId="1095"/>
        </pc:sldMkLst>
      </pc:sldChg>
      <pc:sldChg chg="addSp delSp modSp add mod modAnim modNotesTx">
        <pc:chgData name="Yasaman Kakaei Siahkal" userId="3a055718-efa7-4260-8c52-a0f17318531d" providerId="ADAL" clId="{D5C58889-E913-43A2-A60E-9AD5D95394E8}" dt="2025-03-05T09:07:09.716" v="8675" actId="20577"/>
        <pc:sldMkLst>
          <pc:docMk/>
          <pc:sldMk cId="3556657063" sldId="1095"/>
        </pc:sldMkLst>
      </pc:sldChg>
      <pc:sldChg chg="addSp delSp modSp add mod modNotesTx">
        <pc:chgData name="Yasaman Kakaei Siahkal" userId="3a055718-efa7-4260-8c52-a0f17318531d" providerId="ADAL" clId="{D5C58889-E913-43A2-A60E-9AD5D95394E8}" dt="2025-03-05T15:45:30.389" v="9268" actId="1076"/>
        <pc:sldMkLst>
          <pc:docMk/>
          <pc:sldMk cId="1234587524" sldId="1096"/>
        </pc:sldMkLst>
      </pc:sldChg>
      <pc:sldChg chg="addSp delSp modSp add mod modAnim">
        <pc:chgData name="Yasaman Kakaei Siahkal" userId="3a055718-efa7-4260-8c52-a0f17318531d" providerId="ADAL" clId="{D5C58889-E913-43A2-A60E-9AD5D95394E8}" dt="2025-03-05T21:16:44.136" v="9463" actId="1076"/>
        <pc:sldMkLst>
          <pc:docMk/>
          <pc:sldMk cId="2015290221" sldId="1097"/>
        </pc:sldMkLst>
      </pc:sldChg>
      <pc:sldChg chg="add del">
        <pc:chgData name="Yasaman Kakaei Siahkal" userId="3a055718-efa7-4260-8c52-a0f17318531d" providerId="ADAL" clId="{D5C58889-E913-43A2-A60E-9AD5D95394E8}" dt="2025-02-15T14:49:33.568" v="5262" actId="47"/>
        <pc:sldMkLst>
          <pc:docMk/>
          <pc:sldMk cId="2513074854" sldId="1097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9:09.002" v="8997" actId="1076"/>
        <pc:sldMkLst>
          <pc:docMk/>
          <pc:sldMk cId="250376271" sldId="1098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9:17.681" v="9000" actId="1076"/>
        <pc:sldMkLst>
          <pc:docMk/>
          <pc:sldMk cId="853110058" sldId="1099"/>
        </pc:sldMkLst>
      </pc:sldChg>
      <pc:sldChg chg="addSp delSp modSp add mod modAnim">
        <pc:chgData name="Yasaman Kakaei Siahkal" userId="3a055718-efa7-4260-8c52-a0f17318531d" providerId="ADAL" clId="{D5C58889-E913-43A2-A60E-9AD5D95394E8}" dt="2025-03-05T21:19:26.269" v="9465" actId="20577"/>
        <pc:sldMkLst>
          <pc:docMk/>
          <pc:sldMk cId="193141515" sldId="1100"/>
        </pc:sldMkLst>
      </pc:sldChg>
      <pc:sldChg chg="addSp delSp modSp add mod modAnim">
        <pc:chgData name="Yasaman Kakaei Siahkal" userId="3a055718-efa7-4260-8c52-a0f17318531d" providerId="ADAL" clId="{D5C58889-E913-43A2-A60E-9AD5D95394E8}" dt="2025-03-06T04:36:33.309" v="9536" actId="20577"/>
        <pc:sldMkLst>
          <pc:docMk/>
          <pc:sldMk cId="1267964944" sldId="1101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9:44.572" v="9009" actId="1076"/>
        <pc:sldMkLst>
          <pc:docMk/>
          <pc:sldMk cId="2546365562" sldId="1102"/>
        </pc:sldMkLst>
      </pc:sldChg>
      <pc:sldChg chg="addSp delSp modSp add del mod modAnim">
        <pc:chgData name="Yasaman Kakaei Siahkal" userId="3a055718-efa7-4260-8c52-a0f17318531d" providerId="ADAL" clId="{D5C58889-E913-43A2-A60E-9AD5D95394E8}" dt="2025-03-05T21:21:56.026" v="9475" actId="47"/>
        <pc:sldMkLst>
          <pc:docMk/>
          <pc:sldMk cId="2735451017" sldId="1103"/>
        </pc:sldMkLst>
      </pc:sldChg>
      <pc:sldChg chg="addSp delSp modSp add mod modAnim">
        <pc:chgData name="Yasaman Kakaei Siahkal" userId="3a055718-efa7-4260-8c52-a0f17318531d" providerId="ADAL" clId="{D5C58889-E913-43A2-A60E-9AD5D95394E8}" dt="2025-03-06T04:41:52.388" v="9601" actId="1076"/>
        <pc:sldMkLst>
          <pc:docMk/>
          <pc:sldMk cId="3456162667" sldId="1104"/>
        </pc:sldMkLst>
      </pc:sldChg>
      <pc:sldChg chg="addSp delSp modSp add mod ord delAnim modAnim">
        <pc:chgData name="Yasaman Kakaei Siahkal" userId="3a055718-efa7-4260-8c52-a0f17318531d" providerId="ADAL" clId="{D5C58889-E913-43A2-A60E-9AD5D95394E8}" dt="2025-03-06T04:37:35.365" v="9564" actId="20577"/>
        <pc:sldMkLst>
          <pc:docMk/>
          <pc:sldMk cId="4062285538" sldId="1105"/>
        </pc:sldMkLst>
      </pc:sldChg>
      <pc:sldChg chg="addSp delSp modSp add mod delAnim modAnim modNotesTx">
        <pc:chgData name="Yasaman Kakaei Siahkal" userId="3a055718-efa7-4260-8c52-a0f17318531d" providerId="ADAL" clId="{D5C58889-E913-43A2-A60E-9AD5D95394E8}" dt="2025-03-06T04:37:42.890" v="9580" actId="20577"/>
        <pc:sldMkLst>
          <pc:docMk/>
          <pc:sldMk cId="2739591345" sldId="1106"/>
        </pc:sldMkLst>
      </pc:sldChg>
      <pc:sldChg chg="delSp add del mod">
        <pc:chgData name="Yasaman Kakaei Siahkal" userId="3a055718-efa7-4260-8c52-a0f17318531d" providerId="ADAL" clId="{D5C58889-E913-43A2-A60E-9AD5D95394E8}" dt="2025-02-15T16:21:21.846" v="6028" actId="47"/>
        <pc:sldMkLst>
          <pc:docMk/>
          <pc:sldMk cId="1146657335" sldId="1107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3:51.629" v="8910" actId="1076"/>
        <pc:sldMkLst>
          <pc:docMk/>
          <pc:sldMk cId="4259857613" sldId="1107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2:59.851" v="8897" actId="1076"/>
        <pc:sldMkLst>
          <pc:docMk/>
          <pc:sldMk cId="4282949104" sldId="1108"/>
        </pc:sldMkLst>
      </pc:sldChg>
      <pc:sldChg chg="addSp delSp modSp add mod modAnim">
        <pc:chgData name="Yasaman Kakaei Siahkal" userId="3a055718-efa7-4260-8c52-a0f17318531d" providerId="ADAL" clId="{D5C58889-E913-43A2-A60E-9AD5D95394E8}" dt="2025-03-05T13:03:06.995" v="8899" actId="1076"/>
        <pc:sldMkLst>
          <pc:docMk/>
          <pc:sldMk cId="2225934160" sldId="1109"/>
        </pc:sldMkLst>
      </pc:sldChg>
      <pc:sldChg chg="addSp delSp modSp add del mod ord">
        <pc:chgData name="Yasaman Kakaei Siahkal" userId="3a055718-efa7-4260-8c52-a0f17318531d" providerId="ADAL" clId="{D5C58889-E913-43A2-A60E-9AD5D95394E8}" dt="2025-02-17T13:45:05.150" v="7085" actId="47"/>
        <pc:sldMkLst>
          <pc:docMk/>
          <pc:sldMk cId="1971276913" sldId="1110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7:43.309" v="8977" actId="1076"/>
        <pc:sldMkLst>
          <pc:docMk/>
          <pc:sldMk cId="1574053394" sldId="1111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8:00.138" v="8982" actId="1076"/>
        <pc:sldMkLst>
          <pc:docMk/>
          <pc:sldMk cId="3253660770" sldId="1112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8:27.580" v="8989" actId="1076"/>
        <pc:sldMkLst>
          <pc:docMk/>
          <pc:sldMk cId="2979626795" sldId="1113"/>
        </pc:sldMkLst>
      </pc:sldChg>
      <pc:sldChg chg="addSp delSp modSp add mod ord modAnim">
        <pc:chgData name="Yasaman Kakaei Siahkal" userId="3a055718-efa7-4260-8c52-a0f17318531d" providerId="ADAL" clId="{D5C58889-E913-43A2-A60E-9AD5D95394E8}" dt="2025-03-05T13:08:38.498" v="8991" actId="1076"/>
        <pc:sldMkLst>
          <pc:docMk/>
          <pc:sldMk cId="1331584412" sldId="1114"/>
        </pc:sldMkLst>
      </pc:sldChg>
      <pc:sldChg chg="addSp delSp modSp new mod modNotesTx">
        <pc:chgData name="Yasaman Kakaei Siahkal" userId="3a055718-efa7-4260-8c52-a0f17318531d" providerId="ADAL" clId="{D5C58889-E913-43A2-A60E-9AD5D95394E8}" dt="2025-03-06T03:40:11.227" v="9507"/>
        <pc:sldMkLst>
          <pc:docMk/>
          <pc:sldMk cId="2870578753" sldId="1115"/>
        </pc:sldMkLst>
      </pc:sldChg>
      <pc:sldChg chg="addSp delSp modSp add mod modNotesTx">
        <pc:chgData name="Yasaman Kakaei Siahkal" userId="3a055718-efa7-4260-8c52-a0f17318531d" providerId="ADAL" clId="{D5C58889-E913-43A2-A60E-9AD5D95394E8}" dt="2025-03-05T19:22:56.632" v="9385"/>
        <pc:sldMkLst>
          <pc:docMk/>
          <pc:sldMk cId="2408164196" sldId="1116"/>
        </pc:sldMkLst>
      </pc:sldChg>
      <pc:sldChg chg="addSp delSp modSp add del mod delAnim">
        <pc:chgData name="Yasaman Kakaei Siahkal" userId="3a055718-efa7-4260-8c52-a0f17318531d" providerId="ADAL" clId="{D5C58889-E913-43A2-A60E-9AD5D95394E8}" dt="2025-02-27T10:37:07.966" v="7867" actId="2696"/>
        <pc:sldMkLst>
          <pc:docMk/>
          <pc:sldMk cId="2951428641" sldId="1116"/>
        </pc:sldMkLst>
      </pc:sldChg>
      <pc:sldChg chg="addSp delSp modSp add mod ord delAnim modAnim modNotesTx">
        <pc:chgData name="Yasaman Kakaei Siahkal" userId="3a055718-efa7-4260-8c52-a0f17318531d" providerId="ADAL" clId="{D5C58889-E913-43A2-A60E-9AD5D95394E8}" dt="2025-03-05T18:55:52.950" v="9361" actId="113"/>
        <pc:sldMkLst>
          <pc:docMk/>
          <pc:sldMk cId="3656877033" sldId="1117"/>
        </pc:sldMkLst>
      </pc:sldChg>
      <pc:sldChg chg="modSp add mod">
        <pc:chgData name="Yasaman Kakaei Siahkal" userId="3a055718-efa7-4260-8c52-a0f17318531d" providerId="ADAL" clId="{D5C58889-E913-43A2-A60E-9AD5D95394E8}" dt="2025-02-27T12:20:34.153" v="8142" actId="20577"/>
        <pc:sldMkLst>
          <pc:docMk/>
          <pc:sldMk cId="2709826930" sldId="1118"/>
        </pc:sldMkLst>
      </pc:sldChg>
      <pc:sldChg chg="addSp delSp modSp add mod modNotesTx">
        <pc:chgData name="Yasaman Kakaei Siahkal" userId="3a055718-efa7-4260-8c52-a0f17318531d" providerId="ADAL" clId="{D5C58889-E913-43A2-A60E-9AD5D95394E8}" dt="2025-03-06T03:44:24.457" v="9511" actId="20577"/>
        <pc:sldMkLst>
          <pc:docMk/>
          <pc:sldMk cId="2671919079" sldId="1119"/>
        </pc:sldMkLst>
      </pc:sldChg>
      <pc:sldChg chg="addSp delSp modSp add mod modNotesTx">
        <pc:chgData name="Yasaman Kakaei Siahkal" userId="3a055718-efa7-4260-8c52-a0f17318531d" providerId="ADAL" clId="{D5C58889-E913-43A2-A60E-9AD5D95394E8}" dt="2025-03-05T19:03:36.484" v="9384" actId="20577"/>
        <pc:sldMkLst>
          <pc:docMk/>
          <pc:sldMk cId="2391247812" sldId="1120"/>
        </pc:sldMkLst>
      </pc:sldChg>
      <pc:sldChg chg="addSp delSp modSp add mod">
        <pc:chgData name="Yasaman Kakaei Siahkal" userId="3a055718-efa7-4260-8c52-a0f17318531d" providerId="ADAL" clId="{D5C58889-E913-43A2-A60E-9AD5D95394E8}" dt="2025-03-06T03:46:43.010" v="9515" actId="20577"/>
        <pc:sldMkLst>
          <pc:docMk/>
          <pc:sldMk cId="1451449795" sldId="1121"/>
        </pc:sldMkLst>
      </pc:sldChg>
      <pc:sldChg chg="delSp add del mod delAnim">
        <pc:chgData name="Yasaman Kakaei Siahkal" userId="3a055718-efa7-4260-8c52-a0f17318531d" providerId="ADAL" clId="{D5C58889-E913-43A2-A60E-9AD5D95394E8}" dt="2025-03-05T08:37:41.530" v="8592" actId="47"/>
        <pc:sldMkLst>
          <pc:docMk/>
          <pc:sldMk cId="221911671" sldId="1122"/>
        </pc:sldMkLst>
      </pc:sldChg>
      <pc:sldChg chg="addSp delSp modSp add mod ord delAnim">
        <pc:chgData name="Yasaman Kakaei Siahkal" userId="3a055718-efa7-4260-8c52-a0f17318531d" providerId="ADAL" clId="{D5C58889-E913-43A2-A60E-9AD5D95394E8}" dt="2025-03-05T13:10:57.240" v="9030" actId="1076"/>
        <pc:sldMkLst>
          <pc:docMk/>
          <pc:sldMk cId="1268951798" sldId="1122"/>
        </pc:sldMkLst>
      </pc:sldChg>
      <pc:sldChg chg="new del">
        <pc:chgData name="Yasaman Kakaei Siahkal" userId="3a055718-efa7-4260-8c52-a0f17318531d" providerId="ADAL" clId="{D5C58889-E913-43A2-A60E-9AD5D95394E8}" dt="2025-03-05T08:35:50.867" v="8585" actId="47"/>
        <pc:sldMkLst>
          <pc:docMk/>
          <pc:sldMk cId="3164240393" sldId="1122"/>
        </pc:sldMkLst>
      </pc:sldChg>
      <pc:sldChg chg="addSp delSp modSp add mod delAnim modAnim modNotesTx">
        <pc:chgData name="Yasaman Kakaei Siahkal" userId="3a055718-efa7-4260-8c52-a0f17318531d" providerId="ADAL" clId="{D5C58889-E913-43A2-A60E-9AD5D95394E8}" dt="2025-03-05T20:37:10.857" v="9451" actId="20577"/>
        <pc:sldMkLst>
          <pc:docMk/>
          <pc:sldMk cId="1481544388" sldId="1123"/>
        </pc:sldMkLst>
      </pc:sldChg>
      <pc:sldChg chg="addSp delSp modSp add mod modAnim modNotesTx">
        <pc:chgData name="Yasaman Kakaei Siahkal" userId="3a055718-efa7-4260-8c52-a0f17318531d" providerId="ADAL" clId="{D5C58889-E913-43A2-A60E-9AD5D95394E8}" dt="2025-03-06T04:28:14.969" v="9533" actId="20577"/>
        <pc:sldMkLst>
          <pc:docMk/>
          <pc:sldMk cId="2934538900" sldId="1124"/>
        </pc:sldMkLst>
      </pc:sldChg>
      <pc:sldChg chg="modSp add mod">
        <pc:chgData name="Yasaman Kakaei Siahkal" userId="3a055718-efa7-4260-8c52-a0f17318531d" providerId="ADAL" clId="{D5C58889-E913-43A2-A60E-9AD5D95394E8}" dt="2025-03-05T16:45:46.513" v="9310" actId="1076"/>
        <pc:sldMkLst>
          <pc:docMk/>
          <pc:sldMk cId="134102436" sldId="1125"/>
        </pc:sldMkLst>
      </pc:sldChg>
      <pc:sldMasterChg chg="delSldLayout">
        <pc:chgData name="Yasaman Kakaei Siahkal" userId="3a055718-efa7-4260-8c52-a0f17318531d" providerId="ADAL" clId="{D5C58889-E913-43A2-A60E-9AD5D95394E8}" dt="2025-02-15T15:07:41.103" v="5486" actId="47"/>
        <pc:sldMasterMkLst>
          <pc:docMk/>
          <pc:sldMasterMk cId="0" sldId="2147483648"/>
        </pc:sldMasterMkLst>
        <pc:sldLayoutChg chg="del">
          <pc:chgData name="Yasaman Kakaei Siahkal" userId="3a055718-efa7-4260-8c52-a0f17318531d" providerId="ADAL" clId="{D5C58889-E913-43A2-A60E-9AD5D95394E8}" dt="2025-02-12T09:43:28.536" v="1572" actId="47"/>
          <pc:sldLayoutMkLst>
            <pc:docMk/>
            <pc:sldMasterMk cId="0" sldId="2147483648"/>
            <pc:sldLayoutMk cId="280203677" sldId="2147483672"/>
          </pc:sldLayoutMkLst>
        </pc:sldLayoutChg>
        <pc:sldLayoutChg chg="del">
          <pc:chgData name="Yasaman Kakaei Siahkal" userId="3a055718-efa7-4260-8c52-a0f17318531d" providerId="ADAL" clId="{D5C58889-E913-43A2-A60E-9AD5D95394E8}" dt="2025-02-15T12:58:19.588" v="4436" actId="47"/>
          <pc:sldLayoutMkLst>
            <pc:docMk/>
            <pc:sldMasterMk cId="0" sldId="2147483648"/>
            <pc:sldLayoutMk cId="1312887649" sldId="2147483672"/>
          </pc:sldLayoutMkLst>
        </pc:sldLayoutChg>
        <pc:sldLayoutChg chg="del">
          <pc:chgData name="Yasaman Kakaei Siahkal" userId="3a055718-efa7-4260-8c52-a0f17318531d" providerId="ADAL" clId="{D5C58889-E913-43A2-A60E-9AD5D95394E8}" dt="2025-02-12T09:41:28.043" v="1570" actId="47"/>
          <pc:sldLayoutMkLst>
            <pc:docMk/>
            <pc:sldMasterMk cId="0" sldId="2147483648"/>
            <pc:sldLayoutMk cId="1861773906" sldId="2147483672"/>
          </pc:sldLayoutMkLst>
        </pc:sldLayoutChg>
        <pc:sldLayoutChg chg="del">
          <pc:chgData name="Yasaman Kakaei Siahkal" userId="3a055718-efa7-4260-8c52-a0f17318531d" providerId="ADAL" clId="{D5C58889-E913-43A2-A60E-9AD5D95394E8}" dt="2025-02-15T15:07:41.103" v="5486" actId="47"/>
          <pc:sldLayoutMkLst>
            <pc:docMk/>
            <pc:sldMasterMk cId="0" sldId="2147483648"/>
            <pc:sldLayoutMk cId="2715223229" sldId="2147483672"/>
          </pc:sldLayoutMkLst>
        </pc:sldLayoutChg>
      </pc:sldMasterChg>
      <pc:sldMasterChg chg="del delSldLayout">
        <pc:chgData name="Yasaman Kakaei Siahkal" userId="3a055718-efa7-4260-8c52-a0f17318531d" providerId="ADAL" clId="{D5C58889-E913-43A2-A60E-9AD5D95394E8}" dt="2025-02-14T14:15:08.305" v="4014" actId="47"/>
        <pc:sldMasterMkLst>
          <pc:docMk/>
          <pc:sldMasterMk cId="1277395435" sldId="2147483672"/>
        </pc:sldMasterMkLst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4186223617" sldId="2147483673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1442217476" sldId="2147483674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4054374598" sldId="2147483675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3886197972" sldId="2147483676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1512097894" sldId="2147483677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3183596359" sldId="2147483678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3317552959" sldId="2147483679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1131036579" sldId="2147483680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152247951" sldId="2147483681"/>
          </pc:sldLayoutMkLst>
        </pc:sldLayoutChg>
        <pc:sldLayoutChg chg="del">
          <pc:chgData name="Yasaman Kakaei Siahkal" userId="3a055718-efa7-4260-8c52-a0f17318531d" providerId="ADAL" clId="{D5C58889-E913-43A2-A60E-9AD5D95394E8}" dt="2025-02-14T14:15:08.305" v="4014" actId="47"/>
          <pc:sldLayoutMkLst>
            <pc:docMk/>
            <pc:sldMasterMk cId="1277395435" sldId="2147483672"/>
            <pc:sldLayoutMk cId="4199416101" sldId="2147483682"/>
          </pc:sldLayoutMkLst>
        </pc:sldLayoutChg>
      </pc:sldMasterChg>
    </pc:docChg>
  </pc:docChgLst>
  <pc:docChgLst>
    <pc:chgData name="Nejib Moalla" userId="S::nmoalla@univ-lyon2.fr::b3032553-1d3e-42b9-8deb-c7a2229050c0" providerId="AD" clId="Web-{F59DF6A7-8022-8562-39EF-6C2DC7A1A69F}"/>
    <pc:docChg chg="modSld">
      <pc:chgData name="Nejib Moalla" userId="S::nmoalla@univ-lyon2.fr::b3032553-1d3e-42b9-8deb-c7a2229050c0" providerId="AD" clId="Web-{F59DF6A7-8022-8562-39EF-6C2DC7A1A69F}" dt="2025-02-16T12:28:07.941" v="4" actId="1076"/>
      <pc:docMkLst>
        <pc:docMk/>
      </pc:docMkLst>
      <pc:sldChg chg="modSp">
        <pc:chgData name="Nejib Moalla" userId="S::nmoalla@univ-lyon2.fr::b3032553-1d3e-42b9-8deb-c7a2229050c0" providerId="AD" clId="Web-{F59DF6A7-8022-8562-39EF-6C2DC7A1A69F}" dt="2025-02-16T12:27:07.689" v="2" actId="20577"/>
        <pc:sldMkLst>
          <pc:docMk/>
          <pc:sldMk cId="0" sldId="256"/>
        </pc:sldMkLst>
      </pc:sldChg>
      <pc:sldChg chg="addSp modSp">
        <pc:chgData name="Nejib Moalla" userId="S::nmoalla@univ-lyon2.fr::b3032553-1d3e-42b9-8deb-c7a2229050c0" providerId="AD" clId="Web-{F59DF6A7-8022-8562-39EF-6C2DC7A1A69F}" dt="2025-02-16T12:28:07.941" v="4" actId="1076"/>
        <pc:sldMkLst>
          <pc:docMk/>
          <pc:sldMk cId="933860488" sldId="1082"/>
        </pc:sldMkLst>
      </pc:sldChg>
    </pc:docChg>
  </pc:docChgLst>
  <pc:docChgLst>
    <pc:chgData name="Nejib Moalla" userId="b3032553-1d3e-42b9-8deb-c7a2229050c0" providerId="ADAL" clId="{AB077413-2CAD-4141-B347-77732F2AFE8D}"/>
    <pc:docChg chg="undo custSel addSld delSld">
      <pc:chgData name="Nejib Moalla" userId="b3032553-1d3e-42b9-8deb-c7a2229050c0" providerId="ADAL" clId="{AB077413-2CAD-4141-B347-77732F2AFE8D}" dt="2025-03-06T11:01:45.419" v="1" actId="680"/>
      <pc:docMkLst>
        <pc:docMk/>
      </pc:docMkLst>
      <pc:sldChg chg="new del">
        <pc:chgData name="Nejib Moalla" userId="b3032553-1d3e-42b9-8deb-c7a2229050c0" providerId="ADAL" clId="{AB077413-2CAD-4141-B347-77732F2AFE8D}" dt="2025-03-06T11:01:45.419" v="1" actId="680"/>
        <pc:sldMkLst>
          <pc:docMk/>
          <pc:sldMk cId="3177826493" sldId="1126"/>
        </pc:sldMkLst>
      </pc:sldChg>
    </pc:docChg>
  </pc:docChgLst>
  <pc:docChgLst>
    <pc:chgData name="Nejib Moalla" userId="b3032553-1d3e-42b9-8deb-c7a2229050c0" providerId="ADAL" clId="{EC538F68-EF84-4E90-9D6F-04419A1A13B7}"/>
    <pc:docChg chg="modSld">
      <pc:chgData name="Nejib Moalla" userId="b3032553-1d3e-42b9-8deb-c7a2229050c0" providerId="ADAL" clId="{EC538F68-EF84-4E90-9D6F-04419A1A13B7}" dt="2025-02-16T21:56:54.947" v="60" actId="20577"/>
      <pc:docMkLst>
        <pc:docMk/>
      </pc:docMkLst>
      <pc:sldChg chg="modSp mod">
        <pc:chgData name="Nejib Moalla" userId="b3032553-1d3e-42b9-8deb-c7a2229050c0" providerId="ADAL" clId="{EC538F68-EF84-4E90-9D6F-04419A1A13B7}" dt="2025-02-16T21:56:54.947" v="60" actId="20577"/>
        <pc:sldMkLst>
          <pc:docMk/>
          <pc:sldMk cId="3260253685" sldId="1080"/>
        </pc:sldMkLst>
      </pc:sldChg>
      <pc:sldChg chg="modSp mod">
        <pc:chgData name="Nejib Moalla" userId="b3032553-1d3e-42b9-8deb-c7a2229050c0" providerId="ADAL" clId="{EC538F68-EF84-4E90-9D6F-04419A1A13B7}" dt="2025-02-16T12:29:25.253" v="56" actId="20577"/>
        <pc:sldMkLst>
          <pc:docMk/>
          <pc:sldMk cId="933860488" sldId="1082"/>
        </pc:sldMkLst>
      </pc:sldChg>
    </pc:docChg>
  </pc:docChgLst>
  <pc:docChgLst>
    <pc:chgData name="Yasaman Kakaei Siahkal" userId="df6c99be-c13c-49bf-83a8-8c73dfdb3d0e" providerId="ADAL" clId="{8F3639DE-4B85-4A17-933E-BB8EDE6D47D1}"/>
    <pc:docChg chg="undo custSel addSld delSld">
      <pc:chgData name="Yasaman Kakaei Siahkal" userId="df6c99be-c13c-49bf-83a8-8c73dfdb3d0e" providerId="ADAL" clId="{8F3639DE-4B85-4A17-933E-BB8EDE6D47D1}" dt="2026-04-01T13:45:37.177" v="34" actId="47"/>
      <pc:docMkLst>
        <pc:docMk/>
      </pc:docMkLst>
      <pc:sldChg chg="del">
        <pc:chgData name="Yasaman Kakaei Siahkal" userId="df6c99be-c13c-49bf-83a8-8c73dfdb3d0e" providerId="ADAL" clId="{8F3639DE-4B85-4A17-933E-BB8EDE6D47D1}" dt="2026-04-01T13:44:41.656" v="33" actId="47"/>
        <pc:sldMkLst>
          <pc:docMk/>
          <pc:sldMk cId="0" sldId="256"/>
        </pc:sldMkLst>
      </pc:sldChg>
      <pc:sldChg chg="del">
        <pc:chgData name="Yasaman Kakaei Siahkal" userId="df6c99be-c13c-49bf-83a8-8c73dfdb3d0e" providerId="ADAL" clId="{8F3639DE-4B85-4A17-933E-BB8EDE6D47D1}" dt="2026-04-01T13:40:44.670" v="26" actId="47"/>
        <pc:sldMkLst>
          <pc:docMk/>
          <pc:sldMk cId="4057604355" sldId="273"/>
        </pc:sldMkLst>
      </pc:sldChg>
      <pc:sldChg chg="del">
        <pc:chgData name="Yasaman Kakaei Siahkal" userId="df6c99be-c13c-49bf-83a8-8c73dfdb3d0e" providerId="ADAL" clId="{8F3639DE-4B85-4A17-933E-BB8EDE6D47D1}" dt="2026-04-01T13:40:42.110" v="25" actId="47"/>
        <pc:sldMkLst>
          <pc:docMk/>
          <pc:sldMk cId="4109133847" sldId="274"/>
        </pc:sldMkLst>
      </pc:sldChg>
      <pc:sldChg chg="del">
        <pc:chgData name="Yasaman Kakaei Siahkal" userId="df6c99be-c13c-49bf-83a8-8c73dfdb3d0e" providerId="ADAL" clId="{8F3639DE-4B85-4A17-933E-BB8EDE6D47D1}" dt="2026-04-01T13:40:46.179" v="27" actId="47"/>
        <pc:sldMkLst>
          <pc:docMk/>
          <pc:sldMk cId="816238618" sldId="278"/>
        </pc:sldMkLst>
      </pc:sldChg>
      <pc:sldChg chg="del">
        <pc:chgData name="Yasaman Kakaei Siahkal" userId="df6c99be-c13c-49bf-83a8-8c73dfdb3d0e" providerId="ADAL" clId="{8F3639DE-4B85-4A17-933E-BB8EDE6D47D1}" dt="2026-04-01T13:40:48.364" v="28" actId="47"/>
        <pc:sldMkLst>
          <pc:docMk/>
          <pc:sldMk cId="497091530" sldId="279"/>
        </pc:sldMkLst>
      </pc:sldChg>
      <pc:sldChg chg="del">
        <pc:chgData name="Yasaman Kakaei Siahkal" userId="df6c99be-c13c-49bf-83a8-8c73dfdb3d0e" providerId="ADAL" clId="{8F3639DE-4B85-4A17-933E-BB8EDE6D47D1}" dt="2026-04-01T13:40:48.851" v="29" actId="47"/>
        <pc:sldMkLst>
          <pc:docMk/>
          <pc:sldMk cId="1797222089" sldId="280"/>
        </pc:sldMkLst>
      </pc:sldChg>
      <pc:sldChg chg="del">
        <pc:chgData name="Yasaman Kakaei Siahkal" userId="df6c99be-c13c-49bf-83a8-8c73dfdb3d0e" providerId="ADAL" clId="{8F3639DE-4B85-4A17-933E-BB8EDE6D47D1}" dt="2026-04-01T13:40:50.205" v="30" actId="47"/>
        <pc:sldMkLst>
          <pc:docMk/>
          <pc:sldMk cId="1507140504" sldId="281"/>
        </pc:sldMkLst>
      </pc:sldChg>
      <pc:sldChg chg="del">
        <pc:chgData name="Yasaman Kakaei Siahkal" userId="df6c99be-c13c-49bf-83a8-8c73dfdb3d0e" providerId="ADAL" clId="{8F3639DE-4B85-4A17-933E-BB8EDE6D47D1}" dt="2026-04-01T13:37:58.703" v="1" actId="47"/>
        <pc:sldMkLst>
          <pc:docMk/>
          <pc:sldMk cId="0" sldId="282"/>
        </pc:sldMkLst>
      </pc:sldChg>
      <pc:sldChg chg="del">
        <pc:chgData name="Yasaman Kakaei Siahkal" userId="df6c99be-c13c-49bf-83a8-8c73dfdb3d0e" providerId="ADAL" clId="{8F3639DE-4B85-4A17-933E-BB8EDE6D47D1}" dt="2026-04-01T13:37:57.884" v="0" actId="47"/>
        <pc:sldMkLst>
          <pc:docMk/>
          <pc:sldMk cId="0" sldId="283"/>
        </pc:sldMkLst>
      </pc:sldChg>
      <pc:sldChg chg="del">
        <pc:chgData name="Yasaman Kakaei Siahkal" userId="df6c99be-c13c-49bf-83a8-8c73dfdb3d0e" providerId="ADAL" clId="{8F3639DE-4B85-4A17-933E-BB8EDE6D47D1}" dt="2026-04-01T13:39:52.466" v="12" actId="47"/>
        <pc:sldMkLst>
          <pc:docMk/>
          <pc:sldMk cId="2961301867" sldId="287"/>
        </pc:sldMkLst>
      </pc:sldChg>
      <pc:sldChg chg="del">
        <pc:chgData name="Yasaman Kakaei Siahkal" userId="df6c99be-c13c-49bf-83a8-8c73dfdb3d0e" providerId="ADAL" clId="{8F3639DE-4B85-4A17-933E-BB8EDE6D47D1}" dt="2026-04-01T13:39:58.480" v="14" actId="47"/>
        <pc:sldMkLst>
          <pc:docMk/>
          <pc:sldMk cId="3894602230" sldId="288"/>
        </pc:sldMkLst>
      </pc:sldChg>
      <pc:sldChg chg="del">
        <pc:chgData name="Yasaman Kakaei Siahkal" userId="df6c99be-c13c-49bf-83a8-8c73dfdb3d0e" providerId="ADAL" clId="{8F3639DE-4B85-4A17-933E-BB8EDE6D47D1}" dt="2026-04-01T13:39:59.043" v="15" actId="47"/>
        <pc:sldMkLst>
          <pc:docMk/>
          <pc:sldMk cId="2894335920" sldId="289"/>
        </pc:sldMkLst>
      </pc:sldChg>
      <pc:sldChg chg="del">
        <pc:chgData name="Yasaman Kakaei Siahkal" userId="df6c99be-c13c-49bf-83a8-8c73dfdb3d0e" providerId="ADAL" clId="{8F3639DE-4B85-4A17-933E-BB8EDE6D47D1}" dt="2026-04-01T13:39:56.628" v="13" actId="47"/>
        <pc:sldMkLst>
          <pc:docMk/>
          <pc:sldMk cId="3721328710" sldId="290"/>
        </pc:sldMkLst>
      </pc:sldChg>
      <pc:sldChg chg="del">
        <pc:chgData name="Yasaman Kakaei Siahkal" userId="df6c99be-c13c-49bf-83a8-8c73dfdb3d0e" providerId="ADAL" clId="{8F3639DE-4B85-4A17-933E-BB8EDE6D47D1}" dt="2026-04-01T13:45:37.177" v="34" actId="47"/>
        <pc:sldMkLst>
          <pc:docMk/>
          <pc:sldMk cId="176005227" sldId="1025"/>
        </pc:sldMkLst>
      </pc:sldChg>
      <pc:sldChg chg="del">
        <pc:chgData name="Yasaman Kakaei Siahkal" userId="df6c99be-c13c-49bf-83a8-8c73dfdb3d0e" providerId="ADAL" clId="{8F3639DE-4B85-4A17-933E-BB8EDE6D47D1}" dt="2026-04-01T13:39:43.463" v="8" actId="47"/>
        <pc:sldMkLst>
          <pc:docMk/>
          <pc:sldMk cId="3309569220" sldId="1069"/>
        </pc:sldMkLst>
      </pc:sldChg>
      <pc:sldChg chg="del">
        <pc:chgData name="Yasaman Kakaei Siahkal" userId="df6c99be-c13c-49bf-83a8-8c73dfdb3d0e" providerId="ADAL" clId="{8F3639DE-4B85-4A17-933E-BB8EDE6D47D1}" dt="2026-04-01T13:39:41.234" v="7" actId="47"/>
        <pc:sldMkLst>
          <pc:docMk/>
          <pc:sldMk cId="499232569" sldId="1070"/>
        </pc:sldMkLst>
      </pc:sldChg>
      <pc:sldChg chg="del">
        <pc:chgData name="Yasaman Kakaei Siahkal" userId="df6c99be-c13c-49bf-83a8-8c73dfdb3d0e" providerId="ADAL" clId="{8F3639DE-4B85-4A17-933E-BB8EDE6D47D1}" dt="2026-04-01T13:40:50.745" v="31" actId="47"/>
        <pc:sldMkLst>
          <pc:docMk/>
          <pc:sldMk cId="1223522086" sldId="1071"/>
        </pc:sldMkLst>
      </pc:sldChg>
      <pc:sldChg chg="del">
        <pc:chgData name="Yasaman Kakaei Siahkal" userId="df6c99be-c13c-49bf-83a8-8c73dfdb3d0e" providerId="ADAL" clId="{8F3639DE-4B85-4A17-933E-BB8EDE6D47D1}" dt="2026-04-01T13:39:46.571" v="9" actId="47"/>
        <pc:sldMkLst>
          <pc:docMk/>
          <pc:sldMk cId="1154907620" sldId="1072"/>
        </pc:sldMkLst>
      </pc:sldChg>
      <pc:sldChg chg="del">
        <pc:chgData name="Yasaman Kakaei Siahkal" userId="df6c99be-c13c-49bf-83a8-8c73dfdb3d0e" providerId="ADAL" clId="{8F3639DE-4B85-4A17-933E-BB8EDE6D47D1}" dt="2026-04-01T13:39:49.150" v="10" actId="47"/>
        <pc:sldMkLst>
          <pc:docMk/>
          <pc:sldMk cId="143933976" sldId="1073"/>
        </pc:sldMkLst>
      </pc:sldChg>
      <pc:sldChg chg="del">
        <pc:chgData name="Yasaman Kakaei Siahkal" userId="df6c99be-c13c-49bf-83a8-8c73dfdb3d0e" providerId="ADAL" clId="{8F3639DE-4B85-4A17-933E-BB8EDE6D47D1}" dt="2026-04-01T13:38:24.890" v="4" actId="47"/>
        <pc:sldMkLst>
          <pc:docMk/>
          <pc:sldMk cId="3515131991" sldId="1074"/>
        </pc:sldMkLst>
      </pc:sldChg>
      <pc:sldChg chg="del">
        <pc:chgData name="Yasaman Kakaei Siahkal" userId="df6c99be-c13c-49bf-83a8-8c73dfdb3d0e" providerId="ADAL" clId="{8F3639DE-4B85-4A17-933E-BB8EDE6D47D1}" dt="2026-04-01T13:38:26.869" v="5" actId="47"/>
        <pc:sldMkLst>
          <pc:docMk/>
          <pc:sldMk cId="4183089359" sldId="1075"/>
        </pc:sldMkLst>
      </pc:sldChg>
      <pc:sldChg chg="del">
        <pc:chgData name="Yasaman Kakaei Siahkal" userId="df6c99be-c13c-49bf-83a8-8c73dfdb3d0e" providerId="ADAL" clId="{8F3639DE-4B85-4A17-933E-BB8EDE6D47D1}" dt="2026-04-01T13:38:21.616" v="3" actId="47"/>
        <pc:sldMkLst>
          <pc:docMk/>
          <pc:sldMk cId="933860488" sldId="1082"/>
        </pc:sldMkLst>
      </pc:sldChg>
      <pc:sldChg chg="del">
        <pc:chgData name="Yasaman Kakaei Siahkal" userId="df6c99be-c13c-49bf-83a8-8c73dfdb3d0e" providerId="ADAL" clId="{8F3639DE-4B85-4A17-933E-BB8EDE6D47D1}" dt="2026-04-01T13:40:51.307" v="32" actId="47"/>
        <pc:sldMkLst>
          <pc:docMk/>
          <pc:sldMk cId="1493309919" sldId="1091"/>
        </pc:sldMkLst>
      </pc:sldChg>
      <pc:sldChg chg="del">
        <pc:chgData name="Yasaman Kakaei Siahkal" userId="df6c99be-c13c-49bf-83a8-8c73dfdb3d0e" providerId="ADAL" clId="{8F3639DE-4B85-4A17-933E-BB8EDE6D47D1}" dt="2026-04-01T13:38:13.136" v="2" actId="47"/>
        <pc:sldMkLst>
          <pc:docMk/>
          <pc:sldMk cId="1234587524" sldId="1096"/>
        </pc:sldMkLst>
      </pc:sldChg>
      <pc:sldChg chg="add del">
        <pc:chgData name="Yasaman Kakaei Siahkal" userId="df6c99be-c13c-49bf-83a8-8c73dfdb3d0e" providerId="ADAL" clId="{8F3639DE-4B85-4A17-933E-BB8EDE6D47D1}" dt="2026-04-01T13:40:23.233" v="23" actId="47"/>
        <pc:sldMkLst>
          <pc:docMk/>
          <pc:sldMk cId="2015290221" sldId="1097"/>
        </pc:sldMkLst>
      </pc:sldChg>
      <pc:sldChg chg="add del">
        <pc:chgData name="Yasaman Kakaei Siahkal" userId="df6c99be-c13c-49bf-83a8-8c73dfdb3d0e" providerId="ADAL" clId="{8F3639DE-4B85-4A17-933E-BB8EDE6D47D1}" dt="2026-04-01T13:40:22.113" v="22" actId="47"/>
        <pc:sldMkLst>
          <pc:docMk/>
          <pc:sldMk cId="250376271" sldId="1098"/>
        </pc:sldMkLst>
      </pc:sldChg>
      <pc:sldChg chg="del">
        <pc:chgData name="Yasaman Kakaei Siahkal" userId="df6c99be-c13c-49bf-83a8-8c73dfdb3d0e" providerId="ADAL" clId="{8F3639DE-4B85-4A17-933E-BB8EDE6D47D1}" dt="2026-04-01T13:39:51.181" v="11" actId="47"/>
        <pc:sldMkLst>
          <pc:docMk/>
          <pc:sldMk cId="4259857613" sldId="1107"/>
        </pc:sldMkLst>
      </pc:sldChg>
      <pc:sldChg chg="del">
        <pc:chgData name="Yasaman Kakaei Siahkal" userId="df6c99be-c13c-49bf-83a8-8c73dfdb3d0e" providerId="ADAL" clId="{8F3639DE-4B85-4A17-933E-BB8EDE6D47D1}" dt="2026-04-01T13:40:03.469" v="16" actId="47"/>
        <pc:sldMkLst>
          <pc:docMk/>
          <pc:sldMk cId="1574053394" sldId="1111"/>
        </pc:sldMkLst>
      </pc:sldChg>
      <pc:sldChg chg="del">
        <pc:chgData name="Yasaman Kakaei Siahkal" userId="df6c99be-c13c-49bf-83a8-8c73dfdb3d0e" providerId="ADAL" clId="{8F3639DE-4B85-4A17-933E-BB8EDE6D47D1}" dt="2026-04-01T13:40:04.718" v="17" actId="47"/>
        <pc:sldMkLst>
          <pc:docMk/>
          <pc:sldMk cId="3253660770" sldId="1112"/>
        </pc:sldMkLst>
      </pc:sldChg>
      <pc:sldChg chg="del">
        <pc:chgData name="Yasaman Kakaei Siahkal" userId="df6c99be-c13c-49bf-83a8-8c73dfdb3d0e" providerId="ADAL" clId="{8F3639DE-4B85-4A17-933E-BB8EDE6D47D1}" dt="2026-04-01T13:40:05.506" v="18" actId="47"/>
        <pc:sldMkLst>
          <pc:docMk/>
          <pc:sldMk cId="2979626795" sldId="1113"/>
        </pc:sldMkLst>
      </pc:sldChg>
      <pc:sldChg chg="del">
        <pc:chgData name="Yasaman Kakaei Siahkal" userId="df6c99be-c13c-49bf-83a8-8c73dfdb3d0e" providerId="ADAL" clId="{8F3639DE-4B85-4A17-933E-BB8EDE6D47D1}" dt="2026-04-01T13:40:07.421" v="19" actId="47"/>
        <pc:sldMkLst>
          <pc:docMk/>
          <pc:sldMk cId="1331584412" sldId="1114"/>
        </pc:sldMkLst>
      </pc:sldChg>
      <pc:sldChg chg="del">
        <pc:chgData name="Yasaman Kakaei Siahkal" userId="df6c99be-c13c-49bf-83a8-8c73dfdb3d0e" providerId="ADAL" clId="{8F3639DE-4B85-4A17-933E-BB8EDE6D47D1}" dt="2026-04-01T13:38:42.655" v="6" actId="47"/>
        <pc:sldMkLst>
          <pc:docMk/>
          <pc:sldMk cId="2709826930" sldId="1118"/>
        </pc:sldMkLst>
      </pc:sldChg>
      <pc:sldChg chg="del">
        <pc:chgData name="Yasaman Kakaei Siahkal" userId="df6c99be-c13c-49bf-83a8-8c73dfdb3d0e" providerId="ADAL" clId="{8F3639DE-4B85-4A17-933E-BB8EDE6D47D1}" dt="2026-04-01T13:40:38.873" v="24" actId="47"/>
        <pc:sldMkLst>
          <pc:docMk/>
          <pc:sldMk cId="1268951798" sldId="11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2A515-46C0-47AC-8372-F6482A097648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24E611B9-ACFF-4A68-83BF-0E7208843211}">
      <dgm:prSet custT="1"/>
      <dgm:spPr/>
      <dgm:t>
        <a:bodyPr/>
        <a:lstStyle/>
        <a:p>
          <a:r>
            <a:rPr lang="en-US" sz="1400" b="1" i="0" baseline="0"/>
            <a:t>Facilitating Long-Term OSA Management</a:t>
          </a:r>
          <a:endParaRPr lang="fr-FR" sz="1400"/>
        </a:p>
      </dgm:t>
    </dgm:pt>
    <dgm:pt modelId="{0812592C-601C-4E8F-A95C-FF9B56246F92}" type="parTrans" cxnId="{4FFB07EC-868B-4F0D-8B25-2B844A6B4DD7}">
      <dgm:prSet/>
      <dgm:spPr/>
      <dgm:t>
        <a:bodyPr/>
        <a:lstStyle/>
        <a:p>
          <a:endParaRPr lang="fr-FR"/>
        </a:p>
      </dgm:t>
    </dgm:pt>
    <dgm:pt modelId="{01A1A060-9158-4CCF-9985-74DF43B471F0}" type="sibTrans" cxnId="{4FFB07EC-868B-4F0D-8B25-2B844A6B4DD7}">
      <dgm:prSet/>
      <dgm:spPr/>
      <dgm:t>
        <a:bodyPr/>
        <a:lstStyle/>
        <a:p>
          <a:endParaRPr lang="fr-FR"/>
        </a:p>
      </dgm:t>
    </dgm:pt>
    <dgm:pt modelId="{725BA5EC-F1E4-43E5-8D54-B4F0D84F6513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Helps in tracking disease progression beyond CPAP usage.</a:t>
          </a:r>
          <a:endParaRPr lang="fr-FR" sz="1200">
            <a:latin typeface="Aptos" panose="020B0004020202020204" pitchFamily="34" charset="0"/>
          </a:endParaRPr>
        </a:p>
      </dgm:t>
    </dgm:pt>
    <dgm:pt modelId="{400770B3-17A3-4744-A5CC-9C7FDF0775FA}" type="parTrans" cxnId="{D56EA0B1-B45C-4697-9A2F-2FDA8A355726}">
      <dgm:prSet/>
      <dgm:spPr/>
      <dgm:t>
        <a:bodyPr/>
        <a:lstStyle/>
        <a:p>
          <a:endParaRPr lang="fr-FR"/>
        </a:p>
      </dgm:t>
    </dgm:pt>
    <dgm:pt modelId="{C503A6CD-CA69-46EB-BED5-730FBD1AF754}" type="sibTrans" cxnId="{D56EA0B1-B45C-4697-9A2F-2FDA8A355726}">
      <dgm:prSet/>
      <dgm:spPr/>
      <dgm:t>
        <a:bodyPr/>
        <a:lstStyle/>
        <a:p>
          <a:endParaRPr lang="fr-FR"/>
        </a:p>
      </dgm:t>
    </dgm:pt>
    <dgm:pt modelId="{3282E278-C8F7-417E-8FA0-11C3F8142DDD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Supports better cardiovascular risk assessment in OSA patients</a:t>
          </a:r>
          <a:r>
            <a:rPr lang="en-US" sz="1200" b="0" i="0" baseline="0">
              <a:latin typeface="Aptos" panose="020B0004020202020204" pitchFamily="34" charset="0"/>
            </a:rPr>
            <a:t>.</a:t>
          </a:r>
          <a:endParaRPr lang="fr-FR" sz="1200">
            <a:latin typeface="Aptos" panose="020B0004020202020204" pitchFamily="34" charset="0"/>
          </a:endParaRPr>
        </a:p>
      </dgm:t>
    </dgm:pt>
    <dgm:pt modelId="{FDE3B06A-04E2-4464-A98B-96D3B57F4001}" type="parTrans" cxnId="{9E54393A-3084-433F-A662-D5DD5A60E648}">
      <dgm:prSet/>
      <dgm:spPr/>
      <dgm:t>
        <a:bodyPr/>
        <a:lstStyle/>
        <a:p>
          <a:endParaRPr lang="fr-FR"/>
        </a:p>
      </dgm:t>
    </dgm:pt>
    <dgm:pt modelId="{DA8B79EB-A5B6-4D4B-ABC3-7906A2561A7A}" type="sibTrans" cxnId="{9E54393A-3084-433F-A662-D5DD5A60E648}">
      <dgm:prSet/>
      <dgm:spPr/>
      <dgm:t>
        <a:bodyPr/>
        <a:lstStyle/>
        <a:p>
          <a:endParaRPr lang="fr-FR"/>
        </a:p>
      </dgm:t>
    </dgm:pt>
    <dgm:pt modelId="{8F3C3155-A30C-4B04-BBF2-B298EA8660AE}" type="pres">
      <dgm:prSet presAssocID="{9C32A515-46C0-47AC-8372-F6482A097648}" presName="linear" presStyleCnt="0">
        <dgm:presLayoutVars>
          <dgm:animLvl val="lvl"/>
          <dgm:resizeHandles val="exact"/>
        </dgm:presLayoutVars>
      </dgm:prSet>
      <dgm:spPr/>
    </dgm:pt>
    <dgm:pt modelId="{6CDC0C0C-9720-488C-A9DF-396F0545B99D}" type="pres">
      <dgm:prSet presAssocID="{24E611B9-ACFF-4A68-83BF-0E7208843211}" presName="parentText" presStyleLbl="node1" presStyleIdx="0" presStyleCnt="1" custScaleX="98563" custScaleY="44165">
        <dgm:presLayoutVars>
          <dgm:chMax val="0"/>
          <dgm:bulletEnabled val="1"/>
        </dgm:presLayoutVars>
      </dgm:prSet>
      <dgm:spPr/>
    </dgm:pt>
    <dgm:pt modelId="{3168D83B-7B7C-4F3E-9739-B8E8CBA369CA}" type="pres">
      <dgm:prSet presAssocID="{24E611B9-ACFF-4A68-83BF-0E7208843211}" presName="childText" presStyleLbl="revTx" presStyleIdx="0" presStyleCnt="1" custScaleY="58678">
        <dgm:presLayoutVars>
          <dgm:bulletEnabled val="1"/>
        </dgm:presLayoutVars>
      </dgm:prSet>
      <dgm:spPr/>
    </dgm:pt>
  </dgm:ptLst>
  <dgm:cxnLst>
    <dgm:cxn modelId="{B976910F-4F41-48E9-B2A8-794398D169FD}" type="presOf" srcId="{24E611B9-ACFF-4A68-83BF-0E7208843211}" destId="{6CDC0C0C-9720-488C-A9DF-396F0545B99D}" srcOrd="0" destOrd="0" presId="urn:microsoft.com/office/officeart/2005/8/layout/vList2"/>
    <dgm:cxn modelId="{9E54393A-3084-433F-A662-D5DD5A60E648}" srcId="{24E611B9-ACFF-4A68-83BF-0E7208843211}" destId="{3282E278-C8F7-417E-8FA0-11C3F8142DDD}" srcOrd="1" destOrd="0" parTransId="{FDE3B06A-04E2-4464-A98B-96D3B57F4001}" sibTransId="{DA8B79EB-A5B6-4D4B-ABC3-7906A2561A7A}"/>
    <dgm:cxn modelId="{A899EA5C-A4B9-4731-8556-9EBA9DBC1A75}" type="presOf" srcId="{9C32A515-46C0-47AC-8372-F6482A097648}" destId="{8F3C3155-A30C-4B04-BBF2-B298EA8660AE}" srcOrd="0" destOrd="0" presId="urn:microsoft.com/office/officeart/2005/8/layout/vList2"/>
    <dgm:cxn modelId="{8A765C41-F3B3-40A8-BA83-84FBE55B5A0F}" type="presOf" srcId="{725BA5EC-F1E4-43E5-8D54-B4F0D84F6513}" destId="{3168D83B-7B7C-4F3E-9739-B8E8CBA369CA}" srcOrd="0" destOrd="0" presId="urn:microsoft.com/office/officeart/2005/8/layout/vList2"/>
    <dgm:cxn modelId="{684B2A66-6D9D-4594-9A97-8CD3B3C05691}" type="presOf" srcId="{3282E278-C8F7-417E-8FA0-11C3F8142DDD}" destId="{3168D83B-7B7C-4F3E-9739-B8E8CBA369CA}" srcOrd="0" destOrd="1" presId="urn:microsoft.com/office/officeart/2005/8/layout/vList2"/>
    <dgm:cxn modelId="{D56EA0B1-B45C-4697-9A2F-2FDA8A355726}" srcId="{24E611B9-ACFF-4A68-83BF-0E7208843211}" destId="{725BA5EC-F1E4-43E5-8D54-B4F0D84F6513}" srcOrd="0" destOrd="0" parTransId="{400770B3-17A3-4744-A5CC-9C7FDF0775FA}" sibTransId="{C503A6CD-CA69-46EB-BED5-730FBD1AF754}"/>
    <dgm:cxn modelId="{4FFB07EC-868B-4F0D-8B25-2B844A6B4DD7}" srcId="{9C32A515-46C0-47AC-8372-F6482A097648}" destId="{24E611B9-ACFF-4A68-83BF-0E7208843211}" srcOrd="0" destOrd="0" parTransId="{0812592C-601C-4E8F-A95C-FF9B56246F92}" sibTransId="{01A1A060-9158-4CCF-9985-74DF43B471F0}"/>
    <dgm:cxn modelId="{87B45A4F-3926-48FD-B80A-F3967A9ADD75}" type="presParOf" srcId="{8F3C3155-A30C-4B04-BBF2-B298EA8660AE}" destId="{6CDC0C0C-9720-488C-A9DF-396F0545B99D}" srcOrd="0" destOrd="0" presId="urn:microsoft.com/office/officeart/2005/8/layout/vList2"/>
    <dgm:cxn modelId="{8D1D0D2A-A8F4-48D0-A312-9E3B92E2DD70}" type="presParOf" srcId="{8F3C3155-A30C-4B04-BBF2-B298EA8660AE}" destId="{3168D83B-7B7C-4F3E-9739-B8E8CBA369C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349FEE-6C8F-43A1-A634-D57C48562783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9583382E-504D-40EF-9FD9-22FE7AE0831D}">
      <dgm:prSet custT="1"/>
      <dgm:spPr/>
      <dgm:t>
        <a:bodyPr/>
        <a:lstStyle/>
        <a:p>
          <a:r>
            <a:rPr lang="en-US" sz="1400" b="1" i="0" baseline="0"/>
            <a:t>Enhancing CPAP Adherence Monitoring</a:t>
          </a:r>
          <a:endParaRPr lang="fr-FR" sz="1400"/>
        </a:p>
      </dgm:t>
    </dgm:pt>
    <dgm:pt modelId="{4B27D776-350C-4869-9007-2E3548789AA8}" type="parTrans" cxnId="{B73D71EB-948F-4E3A-A475-E704341B4853}">
      <dgm:prSet/>
      <dgm:spPr/>
      <dgm:t>
        <a:bodyPr/>
        <a:lstStyle/>
        <a:p>
          <a:endParaRPr lang="fr-FR"/>
        </a:p>
      </dgm:t>
    </dgm:pt>
    <dgm:pt modelId="{71BDEE40-1B52-41D8-BCF5-217247D554F9}" type="sibTrans" cxnId="{B73D71EB-948F-4E3A-A475-E704341B4853}">
      <dgm:prSet/>
      <dgm:spPr/>
      <dgm:t>
        <a:bodyPr/>
        <a:lstStyle/>
        <a:p>
          <a:endParaRPr lang="fr-FR"/>
        </a:p>
      </dgm:t>
    </dgm:pt>
    <dgm:pt modelId="{0FA01510-3CBB-4AFB-AFE7-6E9F7CB9D6DF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Traditional CPAP monitoring only tracks usage and AHI, which does not fully capture patient experience or therapy effectiveness.</a:t>
          </a:r>
          <a:endParaRPr lang="fr-FR" sz="1200">
            <a:latin typeface="Aptos" panose="020B0004020202020204" pitchFamily="34" charset="0"/>
          </a:endParaRPr>
        </a:p>
      </dgm:t>
    </dgm:pt>
    <dgm:pt modelId="{7C269027-3FB9-4BFF-A26D-A430C6312C6E}" type="parTrans" cxnId="{5CCCE9F6-1CD2-40D1-95F6-4126AC7C406E}">
      <dgm:prSet/>
      <dgm:spPr/>
      <dgm:t>
        <a:bodyPr/>
        <a:lstStyle/>
        <a:p>
          <a:endParaRPr lang="fr-FR"/>
        </a:p>
      </dgm:t>
    </dgm:pt>
    <dgm:pt modelId="{93225BF0-20EE-481E-97A1-8F157FF54009}" type="sibTrans" cxnId="{5CCCE9F6-1CD2-40D1-95F6-4126AC7C406E}">
      <dgm:prSet/>
      <dgm:spPr/>
      <dgm:t>
        <a:bodyPr/>
        <a:lstStyle/>
        <a:p>
          <a:endParaRPr lang="fr-FR"/>
        </a:p>
      </dgm:t>
    </dgm:pt>
    <dgm:pt modelId="{0C481207-778A-42DD-8BA4-68C8B0BA95D7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Digital biomarkers provide additional insights into why patients may struggle with adherence.</a:t>
          </a:r>
          <a:endParaRPr lang="fr-FR" sz="1200">
            <a:latin typeface="Aptos" panose="020B0004020202020204" pitchFamily="34" charset="0"/>
          </a:endParaRPr>
        </a:p>
      </dgm:t>
    </dgm:pt>
    <dgm:pt modelId="{99A45450-9523-4772-9A90-ADD68BB6E79F}" type="parTrans" cxnId="{7CF9DF32-F503-4319-87FF-ACBE80559AFD}">
      <dgm:prSet/>
      <dgm:spPr/>
      <dgm:t>
        <a:bodyPr/>
        <a:lstStyle/>
        <a:p>
          <a:endParaRPr lang="fr-FR"/>
        </a:p>
      </dgm:t>
    </dgm:pt>
    <dgm:pt modelId="{993E25F3-8659-4A45-972E-DE0E572BBCDA}" type="sibTrans" cxnId="{7CF9DF32-F503-4319-87FF-ACBE80559AFD}">
      <dgm:prSet/>
      <dgm:spPr/>
      <dgm:t>
        <a:bodyPr/>
        <a:lstStyle/>
        <a:p>
          <a:endParaRPr lang="fr-FR"/>
        </a:p>
      </dgm:t>
    </dgm:pt>
    <dgm:pt modelId="{F25163C0-A3A9-431B-8C75-13700FB077B3}" type="pres">
      <dgm:prSet presAssocID="{39349FEE-6C8F-43A1-A634-D57C48562783}" presName="linear" presStyleCnt="0">
        <dgm:presLayoutVars>
          <dgm:animLvl val="lvl"/>
          <dgm:resizeHandles val="exact"/>
        </dgm:presLayoutVars>
      </dgm:prSet>
      <dgm:spPr/>
    </dgm:pt>
    <dgm:pt modelId="{0F27ACFC-E806-468B-9E38-DE8D2EF7F534}" type="pres">
      <dgm:prSet presAssocID="{9583382E-504D-40EF-9FD9-22FE7AE0831D}" presName="parentText" presStyleLbl="node1" presStyleIdx="0" presStyleCnt="1" custScaleY="37971" custLinFactNeighborX="-24756" custLinFactNeighborY="-2960">
        <dgm:presLayoutVars>
          <dgm:chMax val="0"/>
          <dgm:bulletEnabled val="1"/>
        </dgm:presLayoutVars>
      </dgm:prSet>
      <dgm:spPr/>
    </dgm:pt>
    <dgm:pt modelId="{0A18EA1F-55E2-4948-A27D-A2E61036CA8F}" type="pres">
      <dgm:prSet presAssocID="{9583382E-504D-40EF-9FD9-22FE7AE0831D}" presName="childText" presStyleLbl="revTx" presStyleIdx="0" presStyleCnt="1" custScaleY="65080">
        <dgm:presLayoutVars>
          <dgm:bulletEnabled val="1"/>
        </dgm:presLayoutVars>
      </dgm:prSet>
      <dgm:spPr/>
    </dgm:pt>
  </dgm:ptLst>
  <dgm:cxnLst>
    <dgm:cxn modelId="{29299A04-E008-4B9E-8FD8-CB94594493B9}" type="presOf" srcId="{0C481207-778A-42DD-8BA4-68C8B0BA95D7}" destId="{0A18EA1F-55E2-4948-A27D-A2E61036CA8F}" srcOrd="0" destOrd="1" presId="urn:microsoft.com/office/officeart/2005/8/layout/vList2"/>
    <dgm:cxn modelId="{DE5BB72D-0800-494F-ACE4-51D536F93541}" type="presOf" srcId="{39349FEE-6C8F-43A1-A634-D57C48562783}" destId="{F25163C0-A3A9-431B-8C75-13700FB077B3}" srcOrd="0" destOrd="0" presId="urn:microsoft.com/office/officeart/2005/8/layout/vList2"/>
    <dgm:cxn modelId="{7CF9DF32-F503-4319-87FF-ACBE80559AFD}" srcId="{9583382E-504D-40EF-9FD9-22FE7AE0831D}" destId="{0C481207-778A-42DD-8BA4-68C8B0BA95D7}" srcOrd="1" destOrd="0" parTransId="{99A45450-9523-4772-9A90-ADD68BB6E79F}" sibTransId="{993E25F3-8659-4A45-972E-DE0E572BBCDA}"/>
    <dgm:cxn modelId="{487A69A2-8ED5-4ECA-8F87-02A468536B96}" type="presOf" srcId="{0FA01510-3CBB-4AFB-AFE7-6E9F7CB9D6DF}" destId="{0A18EA1F-55E2-4948-A27D-A2E61036CA8F}" srcOrd="0" destOrd="0" presId="urn:microsoft.com/office/officeart/2005/8/layout/vList2"/>
    <dgm:cxn modelId="{B73D71EB-948F-4E3A-A475-E704341B4853}" srcId="{39349FEE-6C8F-43A1-A634-D57C48562783}" destId="{9583382E-504D-40EF-9FD9-22FE7AE0831D}" srcOrd="0" destOrd="0" parTransId="{4B27D776-350C-4869-9007-2E3548789AA8}" sibTransId="{71BDEE40-1B52-41D8-BCF5-217247D554F9}"/>
    <dgm:cxn modelId="{3AC7C0EB-8C38-4665-8E39-DB5C068E42AF}" type="presOf" srcId="{9583382E-504D-40EF-9FD9-22FE7AE0831D}" destId="{0F27ACFC-E806-468B-9E38-DE8D2EF7F534}" srcOrd="0" destOrd="0" presId="urn:microsoft.com/office/officeart/2005/8/layout/vList2"/>
    <dgm:cxn modelId="{5CCCE9F6-1CD2-40D1-95F6-4126AC7C406E}" srcId="{9583382E-504D-40EF-9FD9-22FE7AE0831D}" destId="{0FA01510-3CBB-4AFB-AFE7-6E9F7CB9D6DF}" srcOrd="0" destOrd="0" parTransId="{7C269027-3FB9-4BFF-A26D-A430C6312C6E}" sibTransId="{93225BF0-20EE-481E-97A1-8F157FF54009}"/>
    <dgm:cxn modelId="{E9F97311-DF61-4CC4-9F1B-425F45C5DB38}" type="presParOf" srcId="{F25163C0-A3A9-431B-8C75-13700FB077B3}" destId="{0F27ACFC-E806-468B-9E38-DE8D2EF7F534}" srcOrd="0" destOrd="0" presId="urn:microsoft.com/office/officeart/2005/8/layout/vList2"/>
    <dgm:cxn modelId="{ED41FB73-54DA-4E87-A039-F4091C8A8EAC}" type="presParOf" srcId="{F25163C0-A3A9-431B-8C75-13700FB077B3}" destId="{0A18EA1F-55E2-4948-A27D-A2E61036CA8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43977A-1DD2-4495-B102-55F7257D4CEC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465D863D-EF24-459B-BE75-4F812D78B93D}">
      <dgm:prSet custT="1"/>
      <dgm:spPr/>
      <dgm:t>
        <a:bodyPr/>
        <a:lstStyle/>
        <a:p>
          <a:pPr algn="l"/>
          <a:r>
            <a:rPr lang="en-US" sz="1400" b="1">
              <a:latin typeface="+mn-lt"/>
            </a:rPr>
            <a:t>Refining Patient Clustering &amp; Personalization</a:t>
          </a:r>
          <a:endParaRPr lang="fr-FR" sz="1400" b="1">
            <a:latin typeface="+mn-lt"/>
          </a:endParaRPr>
        </a:p>
      </dgm:t>
    </dgm:pt>
    <dgm:pt modelId="{EFCE5B38-840A-4868-A6C2-BA617DDC50C9}" type="parTrans" cxnId="{C156CF56-7A7B-41D8-9DCA-8F4A174F0AAB}">
      <dgm:prSet/>
      <dgm:spPr/>
      <dgm:t>
        <a:bodyPr/>
        <a:lstStyle/>
        <a:p>
          <a:endParaRPr lang="fr-FR"/>
        </a:p>
      </dgm:t>
    </dgm:pt>
    <dgm:pt modelId="{67FD6BC3-FBE7-44F4-B92F-079D3FCC8EE7}" type="sibTrans" cxnId="{C156CF56-7A7B-41D8-9DCA-8F4A174F0AAB}">
      <dgm:prSet/>
      <dgm:spPr/>
      <dgm:t>
        <a:bodyPr/>
        <a:lstStyle/>
        <a:p>
          <a:endParaRPr lang="fr-FR"/>
        </a:p>
      </dgm:t>
    </dgm:pt>
    <dgm:pt modelId="{FC79F1B2-5B21-4F61-9D52-75A86141632C}">
      <dgm:prSet custT="1"/>
      <dgm:spPr/>
      <dgm:t>
        <a:bodyPr/>
        <a:lstStyle/>
        <a:p>
          <a:r>
            <a:rPr lang="en-US" sz="1200">
              <a:latin typeface="Aptos" panose="020B0004020202020204" pitchFamily="34" charset="0"/>
            </a:rPr>
            <a:t>Moving beyond compliance-based clustering by integrating physiological and behavioral markers.</a:t>
          </a:r>
          <a:endParaRPr lang="fr-FR" sz="1200">
            <a:latin typeface="Aptos" panose="020B0004020202020204" pitchFamily="34" charset="0"/>
          </a:endParaRPr>
        </a:p>
      </dgm:t>
    </dgm:pt>
    <dgm:pt modelId="{F8412B9A-AB37-4FC2-ACD4-8C3D143A25CA}" type="parTrans" cxnId="{C8176F64-87DB-450D-B496-BC2823812633}">
      <dgm:prSet/>
      <dgm:spPr/>
      <dgm:t>
        <a:bodyPr/>
        <a:lstStyle/>
        <a:p>
          <a:endParaRPr lang="fr-FR"/>
        </a:p>
      </dgm:t>
    </dgm:pt>
    <dgm:pt modelId="{0759CB7F-24E9-47E7-8DF5-3A65297BB9F6}" type="sibTrans" cxnId="{C8176F64-87DB-450D-B496-BC2823812633}">
      <dgm:prSet/>
      <dgm:spPr/>
      <dgm:t>
        <a:bodyPr/>
        <a:lstStyle/>
        <a:p>
          <a:endParaRPr lang="fr-FR"/>
        </a:p>
      </dgm:t>
    </dgm:pt>
    <dgm:pt modelId="{AD7C2A62-DC5B-4736-897D-716B1AAE30D0}">
      <dgm:prSet custT="1"/>
      <dgm:spPr/>
      <dgm:t>
        <a:bodyPr/>
        <a:lstStyle/>
        <a:p>
          <a:r>
            <a:rPr lang="en-US" sz="1200">
              <a:latin typeface="Aptos" panose="020B0004020202020204" pitchFamily="34" charset="0"/>
            </a:rPr>
            <a:t>Enables personalized treatment plans based on real-world patient data.</a:t>
          </a:r>
          <a:endParaRPr lang="fr-FR" sz="1200">
            <a:latin typeface="Aptos" panose="020B0004020202020204" pitchFamily="34" charset="0"/>
          </a:endParaRPr>
        </a:p>
      </dgm:t>
    </dgm:pt>
    <dgm:pt modelId="{010DA89A-BF5B-4CED-9069-163FE51578A9}" type="parTrans" cxnId="{047C429B-59A6-4B6E-9AC3-D9CB53B1A37D}">
      <dgm:prSet/>
      <dgm:spPr/>
      <dgm:t>
        <a:bodyPr/>
        <a:lstStyle/>
        <a:p>
          <a:endParaRPr lang="fr-FR"/>
        </a:p>
      </dgm:t>
    </dgm:pt>
    <dgm:pt modelId="{D3CE070F-2A48-4DA0-B5A9-030AC25D7E0B}" type="sibTrans" cxnId="{047C429B-59A6-4B6E-9AC3-D9CB53B1A37D}">
      <dgm:prSet/>
      <dgm:spPr/>
      <dgm:t>
        <a:bodyPr/>
        <a:lstStyle/>
        <a:p>
          <a:endParaRPr lang="fr-FR"/>
        </a:p>
      </dgm:t>
    </dgm:pt>
    <dgm:pt modelId="{1DE8AC21-069D-4B58-9C1A-3EEE0E49D946}" type="pres">
      <dgm:prSet presAssocID="{E343977A-1DD2-4495-B102-55F7257D4CEC}" presName="linear" presStyleCnt="0">
        <dgm:presLayoutVars>
          <dgm:animLvl val="lvl"/>
          <dgm:resizeHandles val="exact"/>
        </dgm:presLayoutVars>
      </dgm:prSet>
      <dgm:spPr/>
    </dgm:pt>
    <dgm:pt modelId="{81EF63BD-A29F-40D8-8710-DB4E03074750}" type="pres">
      <dgm:prSet presAssocID="{465D863D-EF24-459B-BE75-4F812D78B93D}" presName="parentText" presStyleLbl="node1" presStyleIdx="0" presStyleCnt="1" custScaleY="64200" custLinFactNeighborX="-60285" custLinFactNeighborY="-46658">
        <dgm:presLayoutVars>
          <dgm:chMax val="0"/>
          <dgm:bulletEnabled val="1"/>
        </dgm:presLayoutVars>
      </dgm:prSet>
      <dgm:spPr/>
    </dgm:pt>
    <dgm:pt modelId="{65914F77-ED25-40CE-8C10-BDD38F3AAD35}" type="pres">
      <dgm:prSet presAssocID="{465D863D-EF24-459B-BE75-4F812D78B93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F428961-3EB0-4F48-B472-55923BBBA3B5}" type="presOf" srcId="{FC79F1B2-5B21-4F61-9D52-75A86141632C}" destId="{65914F77-ED25-40CE-8C10-BDD38F3AAD35}" srcOrd="0" destOrd="0" presId="urn:microsoft.com/office/officeart/2005/8/layout/vList2"/>
    <dgm:cxn modelId="{C8176F64-87DB-450D-B496-BC2823812633}" srcId="{465D863D-EF24-459B-BE75-4F812D78B93D}" destId="{FC79F1B2-5B21-4F61-9D52-75A86141632C}" srcOrd="0" destOrd="0" parTransId="{F8412B9A-AB37-4FC2-ACD4-8C3D143A25CA}" sibTransId="{0759CB7F-24E9-47E7-8DF5-3A65297BB9F6}"/>
    <dgm:cxn modelId="{2350C164-9753-4EAC-98BB-9C123FD22A3A}" type="presOf" srcId="{465D863D-EF24-459B-BE75-4F812D78B93D}" destId="{81EF63BD-A29F-40D8-8710-DB4E03074750}" srcOrd="0" destOrd="0" presId="urn:microsoft.com/office/officeart/2005/8/layout/vList2"/>
    <dgm:cxn modelId="{C156CF56-7A7B-41D8-9DCA-8F4A174F0AAB}" srcId="{E343977A-1DD2-4495-B102-55F7257D4CEC}" destId="{465D863D-EF24-459B-BE75-4F812D78B93D}" srcOrd="0" destOrd="0" parTransId="{EFCE5B38-840A-4868-A6C2-BA617DDC50C9}" sibTransId="{67FD6BC3-FBE7-44F4-B92F-079D3FCC8EE7}"/>
    <dgm:cxn modelId="{047C429B-59A6-4B6E-9AC3-D9CB53B1A37D}" srcId="{465D863D-EF24-459B-BE75-4F812D78B93D}" destId="{AD7C2A62-DC5B-4736-897D-716B1AAE30D0}" srcOrd="1" destOrd="0" parTransId="{010DA89A-BF5B-4CED-9069-163FE51578A9}" sibTransId="{D3CE070F-2A48-4DA0-B5A9-030AC25D7E0B}"/>
    <dgm:cxn modelId="{F04350CA-373B-4B07-A0B2-D2E4237C245E}" type="presOf" srcId="{AD7C2A62-DC5B-4736-897D-716B1AAE30D0}" destId="{65914F77-ED25-40CE-8C10-BDD38F3AAD35}" srcOrd="0" destOrd="1" presId="urn:microsoft.com/office/officeart/2005/8/layout/vList2"/>
    <dgm:cxn modelId="{04A49AEC-CD32-420F-BF4F-529402B88C8D}" type="presOf" srcId="{E343977A-1DD2-4495-B102-55F7257D4CEC}" destId="{1DE8AC21-069D-4B58-9C1A-3EEE0E49D946}" srcOrd="0" destOrd="0" presId="urn:microsoft.com/office/officeart/2005/8/layout/vList2"/>
    <dgm:cxn modelId="{1C2D665E-D8C8-431F-A800-8AD07AF16AE7}" type="presParOf" srcId="{1DE8AC21-069D-4B58-9C1A-3EEE0E49D946}" destId="{81EF63BD-A29F-40D8-8710-DB4E03074750}" srcOrd="0" destOrd="0" presId="urn:microsoft.com/office/officeart/2005/8/layout/vList2"/>
    <dgm:cxn modelId="{6C53ECEF-E81A-4503-BB5D-D8D4A988E355}" type="presParOf" srcId="{1DE8AC21-069D-4B58-9C1A-3EEE0E49D946}" destId="{65914F77-ED25-40CE-8C10-BDD38F3AAD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D0BDA6-83E0-45A4-8304-21FBD463A758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E52BCDF0-EB2C-4488-9452-2DADDD548F7F}">
      <dgm:prSet custT="1"/>
      <dgm:spPr/>
      <dgm:t>
        <a:bodyPr/>
        <a:lstStyle/>
        <a:p>
          <a:r>
            <a:rPr lang="en-US" sz="1400" b="1" i="0" baseline="0"/>
            <a:t>Supporting Early Intervention &amp; Therapy Optimization</a:t>
          </a:r>
          <a:endParaRPr lang="fr-FR" sz="1400"/>
        </a:p>
      </dgm:t>
    </dgm:pt>
    <dgm:pt modelId="{D5C7B323-1FCB-430F-8727-6B3D93E4D473}" type="parTrans" cxnId="{8AE06D41-30CD-4CBE-B99E-9E861BAA2AA1}">
      <dgm:prSet/>
      <dgm:spPr/>
      <dgm:t>
        <a:bodyPr/>
        <a:lstStyle/>
        <a:p>
          <a:endParaRPr lang="fr-FR"/>
        </a:p>
      </dgm:t>
    </dgm:pt>
    <dgm:pt modelId="{E22E2B81-3BA0-42EB-B440-FA5B733875B1}" type="sibTrans" cxnId="{8AE06D41-30CD-4CBE-B99E-9E861BAA2AA1}">
      <dgm:prSet/>
      <dgm:spPr/>
      <dgm:t>
        <a:bodyPr/>
        <a:lstStyle/>
        <a:p>
          <a:endParaRPr lang="fr-FR"/>
        </a:p>
      </dgm:t>
    </dgm:pt>
    <dgm:pt modelId="{57063453-EAF8-4FCD-958F-79ED20C3F032}">
      <dgm:prSet custT="1"/>
      <dgm:spPr/>
      <dgm:t>
        <a:bodyPr/>
        <a:lstStyle/>
        <a:p>
          <a:r>
            <a:rPr lang="en-US" sz="1200" b="0" i="0" baseline="0">
              <a:latin typeface="Aptos" panose="020B0004020202020204" pitchFamily="34" charset="0"/>
            </a:rPr>
            <a:t>Detects therapy failure risk before it happens through real-time biomarker deviations.</a:t>
          </a:r>
          <a:endParaRPr lang="fr-FR" sz="1200" b="0">
            <a:latin typeface="Aptos" panose="020B0004020202020204" pitchFamily="34" charset="0"/>
          </a:endParaRPr>
        </a:p>
      </dgm:t>
    </dgm:pt>
    <dgm:pt modelId="{F23F8326-638A-4EDB-9A79-278C411165DC}" type="parTrans" cxnId="{C0604E99-EE2C-42A6-9382-933641AE2E32}">
      <dgm:prSet/>
      <dgm:spPr/>
      <dgm:t>
        <a:bodyPr/>
        <a:lstStyle/>
        <a:p>
          <a:endParaRPr lang="fr-FR"/>
        </a:p>
      </dgm:t>
    </dgm:pt>
    <dgm:pt modelId="{D90D0D55-E25C-48FE-960E-0E69B122E0BD}" type="sibTrans" cxnId="{C0604E99-EE2C-42A6-9382-933641AE2E32}">
      <dgm:prSet/>
      <dgm:spPr/>
      <dgm:t>
        <a:bodyPr/>
        <a:lstStyle/>
        <a:p>
          <a:endParaRPr lang="fr-FR"/>
        </a:p>
      </dgm:t>
    </dgm:pt>
    <dgm:pt modelId="{72B0192A-68E3-4D48-96E8-B73368F88D40}">
      <dgm:prSet custT="1"/>
      <dgm:spPr/>
      <dgm:t>
        <a:bodyPr/>
        <a:lstStyle/>
        <a:p>
          <a:r>
            <a:rPr lang="en-US" sz="1200" b="0" i="0" baseline="0">
              <a:latin typeface="Aptos" panose="020B0004020202020204" pitchFamily="34" charset="0"/>
            </a:rPr>
            <a:t>Ensures adaptive CPAP adjustments based on real-time patient needs.</a:t>
          </a:r>
          <a:endParaRPr lang="fr-FR" sz="1200" b="0">
            <a:latin typeface="Aptos" panose="020B0004020202020204" pitchFamily="34" charset="0"/>
          </a:endParaRPr>
        </a:p>
      </dgm:t>
    </dgm:pt>
    <dgm:pt modelId="{40A0A4D9-C503-4ECD-A884-E9B8727AB76F}" type="parTrans" cxnId="{42EA7428-BE52-4E9B-B4B3-6A6F45D585A5}">
      <dgm:prSet/>
      <dgm:spPr/>
      <dgm:t>
        <a:bodyPr/>
        <a:lstStyle/>
        <a:p>
          <a:endParaRPr lang="fr-FR"/>
        </a:p>
      </dgm:t>
    </dgm:pt>
    <dgm:pt modelId="{AB311C34-1827-4BE7-B669-234252082FD6}" type="sibTrans" cxnId="{42EA7428-BE52-4E9B-B4B3-6A6F45D585A5}">
      <dgm:prSet/>
      <dgm:spPr/>
      <dgm:t>
        <a:bodyPr/>
        <a:lstStyle/>
        <a:p>
          <a:endParaRPr lang="fr-FR"/>
        </a:p>
      </dgm:t>
    </dgm:pt>
    <dgm:pt modelId="{536AAA30-6D7B-4BE6-AD5B-CBA61D158204}" type="pres">
      <dgm:prSet presAssocID="{EAD0BDA6-83E0-45A4-8304-21FBD463A758}" presName="linear" presStyleCnt="0">
        <dgm:presLayoutVars>
          <dgm:animLvl val="lvl"/>
          <dgm:resizeHandles val="exact"/>
        </dgm:presLayoutVars>
      </dgm:prSet>
      <dgm:spPr/>
    </dgm:pt>
    <dgm:pt modelId="{E7582B98-2A27-4143-9C7A-95204AB67099}" type="pres">
      <dgm:prSet presAssocID="{E52BCDF0-EB2C-4488-9452-2DADDD548F7F}" presName="parentText" presStyleLbl="node1" presStyleIdx="0" presStyleCnt="1" custScaleX="99215" custScaleY="82880" custLinFactNeighborX="175" custLinFactNeighborY="-60167">
        <dgm:presLayoutVars>
          <dgm:chMax val="0"/>
          <dgm:bulletEnabled val="1"/>
        </dgm:presLayoutVars>
      </dgm:prSet>
      <dgm:spPr/>
    </dgm:pt>
    <dgm:pt modelId="{28317BFC-1A02-4F6B-9298-8CA64F1D09D4}" type="pres">
      <dgm:prSet presAssocID="{E52BCDF0-EB2C-4488-9452-2DADDD548F7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2EA7428-BE52-4E9B-B4B3-6A6F45D585A5}" srcId="{E52BCDF0-EB2C-4488-9452-2DADDD548F7F}" destId="{72B0192A-68E3-4D48-96E8-B73368F88D40}" srcOrd="1" destOrd="0" parTransId="{40A0A4D9-C503-4ECD-A884-E9B8727AB76F}" sibTransId="{AB311C34-1827-4BE7-B669-234252082FD6}"/>
    <dgm:cxn modelId="{8AE06D41-30CD-4CBE-B99E-9E861BAA2AA1}" srcId="{EAD0BDA6-83E0-45A4-8304-21FBD463A758}" destId="{E52BCDF0-EB2C-4488-9452-2DADDD548F7F}" srcOrd="0" destOrd="0" parTransId="{D5C7B323-1FCB-430F-8727-6B3D93E4D473}" sibTransId="{E22E2B81-3BA0-42EB-B440-FA5B733875B1}"/>
    <dgm:cxn modelId="{3C5A9878-D6F5-4935-9B33-0FB97129639D}" type="presOf" srcId="{EAD0BDA6-83E0-45A4-8304-21FBD463A758}" destId="{536AAA30-6D7B-4BE6-AD5B-CBA61D158204}" srcOrd="0" destOrd="0" presId="urn:microsoft.com/office/officeart/2005/8/layout/vList2"/>
    <dgm:cxn modelId="{C0604E99-EE2C-42A6-9382-933641AE2E32}" srcId="{E52BCDF0-EB2C-4488-9452-2DADDD548F7F}" destId="{57063453-EAF8-4FCD-958F-79ED20C3F032}" srcOrd="0" destOrd="0" parTransId="{F23F8326-638A-4EDB-9A79-278C411165DC}" sibTransId="{D90D0D55-E25C-48FE-960E-0E69B122E0BD}"/>
    <dgm:cxn modelId="{29D158C5-F7D4-49DF-B699-E613D4047573}" type="presOf" srcId="{E52BCDF0-EB2C-4488-9452-2DADDD548F7F}" destId="{E7582B98-2A27-4143-9C7A-95204AB67099}" srcOrd="0" destOrd="0" presId="urn:microsoft.com/office/officeart/2005/8/layout/vList2"/>
    <dgm:cxn modelId="{BADA62CA-E1C6-45B4-A796-1C7387204530}" type="presOf" srcId="{72B0192A-68E3-4D48-96E8-B73368F88D40}" destId="{28317BFC-1A02-4F6B-9298-8CA64F1D09D4}" srcOrd="0" destOrd="1" presId="urn:microsoft.com/office/officeart/2005/8/layout/vList2"/>
    <dgm:cxn modelId="{B48364F6-8178-411C-AE34-BD269A37E877}" type="presOf" srcId="{57063453-EAF8-4FCD-958F-79ED20C3F032}" destId="{28317BFC-1A02-4F6B-9298-8CA64F1D09D4}" srcOrd="0" destOrd="0" presId="urn:microsoft.com/office/officeart/2005/8/layout/vList2"/>
    <dgm:cxn modelId="{FB5FE0F8-04E4-4690-A816-9766FE7622A3}" type="presParOf" srcId="{536AAA30-6D7B-4BE6-AD5B-CBA61D158204}" destId="{E7582B98-2A27-4143-9C7A-95204AB67099}" srcOrd="0" destOrd="0" presId="urn:microsoft.com/office/officeart/2005/8/layout/vList2"/>
    <dgm:cxn modelId="{97181D99-3168-4C73-8BFD-D7ED27FF5489}" type="presParOf" srcId="{536AAA30-6D7B-4BE6-AD5B-CBA61D158204}" destId="{28317BFC-1A02-4F6B-9298-8CA64F1D09D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24C2E7-B542-4B25-972A-228AC1B01B83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E2F799C7-ED0E-48E7-A748-3E4301886B22}">
      <dgm:prSet custT="1"/>
      <dgm:spPr/>
      <dgm:t>
        <a:bodyPr/>
        <a:lstStyle/>
        <a:p>
          <a:r>
            <a:rPr lang="en-US" sz="1400" b="1" i="0" baseline="0"/>
            <a:t>Bridging Physician &amp; Patient Interaction</a:t>
          </a:r>
          <a:endParaRPr lang="fr-FR" sz="1400"/>
        </a:p>
      </dgm:t>
    </dgm:pt>
    <dgm:pt modelId="{B93C5871-6730-43E4-8D3C-C8275D04E759}" type="parTrans" cxnId="{A812BDB0-82D1-4AED-A2D5-7C54F075DB4C}">
      <dgm:prSet/>
      <dgm:spPr/>
      <dgm:t>
        <a:bodyPr/>
        <a:lstStyle/>
        <a:p>
          <a:endParaRPr lang="fr-FR"/>
        </a:p>
      </dgm:t>
    </dgm:pt>
    <dgm:pt modelId="{B00EA017-77B7-425A-B689-5BA3C1142120}" type="sibTrans" cxnId="{A812BDB0-82D1-4AED-A2D5-7C54F075DB4C}">
      <dgm:prSet/>
      <dgm:spPr/>
      <dgm:t>
        <a:bodyPr/>
        <a:lstStyle/>
        <a:p>
          <a:endParaRPr lang="fr-FR"/>
        </a:p>
      </dgm:t>
    </dgm:pt>
    <dgm:pt modelId="{F2CE02CD-FB69-46E3-B85C-ADDD9BFC7FBD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Provides structured, risk-based reports instead of overwhelming physicians with excessive data.</a:t>
          </a:r>
          <a:endParaRPr lang="fr-FR" sz="1200">
            <a:latin typeface="Aptos" panose="020B0004020202020204" pitchFamily="34" charset="0"/>
          </a:endParaRPr>
        </a:p>
      </dgm:t>
    </dgm:pt>
    <dgm:pt modelId="{FC924FEF-9FA5-4C87-87E4-1BB30AB0C69E}" type="parTrans" cxnId="{C2006F32-4315-4C7C-A9D4-D5484C8487FC}">
      <dgm:prSet/>
      <dgm:spPr/>
      <dgm:t>
        <a:bodyPr/>
        <a:lstStyle/>
        <a:p>
          <a:endParaRPr lang="fr-FR"/>
        </a:p>
      </dgm:t>
    </dgm:pt>
    <dgm:pt modelId="{9BF41E79-2407-4E02-B9AC-3A5B3C1E7A01}" type="sibTrans" cxnId="{C2006F32-4315-4C7C-A9D4-D5484C8487FC}">
      <dgm:prSet/>
      <dgm:spPr/>
      <dgm:t>
        <a:bodyPr/>
        <a:lstStyle/>
        <a:p>
          <a:endParaRPr lang="fr-FR"/>
        </a:p>
      </dgm:t>
    </dgm:pt>
    <dgm:pt modelId="{7FFEE79B-5169-4403-8362-4356C27E044A}">
      <dgm:prSet custT="1"/>
      <dgm:spPr/>
      <dgm:t>
        <a:bodyPr/>
        <a:lstStyle/>
        <a:p>
          <a:r>
            <a:rPr lang="en-US" sz="1200" i="0" baseline="0">
              <a:latin typeface="Aptos" panose="020B0004020202020204" pitchFamily="34" charset="0"/>
            </a:rPr>
            <a:t>Improves data-driven decision-making for CPAP therapy adjustments.</a:t>
          </a:r>
          <a:endParaRPr lang="fr-FR" sz="1200">
            <a:latin typeface="Aptos" panose="020B0004020202020204" pitchFamily="34" charset="0"/>
          </a:endParaRPr>
        </a:p>
      </dgm:t>
    </dgm:pt>
    <dgm:pt modelId="{F47900EA-4CBD-46F0-83A4-04618F39E0CC}" type="parTrans" cxnId="{F9BBE5E2-4E03-49F7-B71B-E0309F1DFCBB}">
      <dgm:prSet/>
      <dgm:spPr/>
      <dgm:t>
        <a:bodyPr/>
        <a:lstStyle/>
        <a:p>
          <a:endParaRPr lang="fr-FR"/>
        </a:p>
      </dgm:t>
    </dgm:pt>
    <dgm:pt modelId="{9F6B30E6-09C1-4F38-811E-E11F2CE39B42}" type="sibTrans" cxnId="{F9BBE5E2-4E03-49F7-B71B-E0309F1DFCBB}">
      <dgm:prSet/>
      <dgm:spPr/>
      <dgm:t>
        <a:bodyPr/>
        <a:lstStyle/>
        <a:p>
          <a:endParaRPr lang="fr-FR"/>
        </a:p>
      </dgm:t>
    </dgm:pt>
    <dgm:pt modelId="{C144121E-4438-4BC1-853D-85B3FCE31A60}" type="pres">
      <dgm:prSet presAssocID="{7E24C2E7-B542-4B25-972A-228AC1B01B83}" presName="linear" presStyleCnt="0">
        <dgm:presLayoutVars>
          <dgm:animLvl val="lvl"/>
          <dgm:resizeHandles val="exact"/>
        </dgm:presLayoutVars>
      </dgm:prSet>
      <dgm:spPr/>
    </dgm:pt>
    <dgm:pt modelId="{ACE85684-5661-4297-A3D9-EC71B00B1D0C}" type="pres">
      <dgm:prSet presAssocID="{E2F799C7-ED0E-48E7-A748-3E4301886B22}" presName="parentText" presStyleLbl="node1" presStyleIdx="0" presStyleCnt="1" custLinFactNeighborX="-266" custLinFactNeighborY="-15687">
        <dgm:presLayoutVars>
          <dgm:chMax val="0"/>
          <dgm:bulletEnabled val="1"/>
        </dgm:presLayoutVars>
      </dgm:prSet>
      <dgm:spPr/>
    </dgm:pt>
    <dgm:pt modelId="{06B38298-8030-41C7-8806-601158C19942}" type="pres">
      <dgm:prSet presAssocID="{E2F799C7-ED0E-48E7-A748-3E4301886B22}" presName="childText" presStyleLbl="revTx" presStyleIdx="0" presStyleCnt="1" custLinFactY="13861" custLinFactNeighborX="-52" custLinFactNeighborY="100000">
        <dgm:presLayoutVars>
          <dgm:bulletEnabled val="1"/>
        </dgm:presLayoutVars>
      </dgm:prSet>
      <dgm:spPr/>
    </dgm:pt>
  </dgm:ptLst>
  <dgm:cxnLst>
    <dgm:cxn modelId="{C2006F32-4315-4C7C-A9D4-D5484C8487FC}" srcId="{E2F799C7-ED0E-48E7-A748-3E4301886B22}" destId="{F2CE02CD-FB69-46E3-B85C-ADDD9BFC7FBD}" srcOrd="0" destOrd="0" parTransId="{FC924FEF-9FA5-4C87-87E4-1BB30AB0C69E}" sibTransId="{9BF41E79-2407-4E02-B9AC-3A5B3C1E7A01}"/>
    <dgm:cxn modelId="{7C16EB5D-D1F4-43D1-8269-9710D7C04978}" type="presOf" srcId="{F2CE02CD-FB69-46E3-B85C-ADDD9BFC7FBD}" destId="{06B38298-8030-41C7-8806-601158C19942}" srcOrd="0" destOrd="0" presId="urn:microsoft.com/office/officeart/2005/8/layout/vList2"/>
    <dgm:cxn modelId="{F5B4BE4B-3D00-49F3-ADE4-DC1ED0F9D057}" type="presOf" srcId="{7E24C2E7-B542-4B25-972A-228AC1B01B83}" destId="{C144121E-4438-4BC1-853D-85B3FCE31A60}" srcOrd="0" destOrd="0" presId="urn:microsoft.com/office/officeart/2005/8/layout/vList2"/>
    <dgm:cxn modelId="{28968496-1ED9-4FA1-B20C-2F9AFC9B5D58}" type="presOf" srcId="{E2F799C7-ED0E-48E7-A748-3E4301886B22}" destId="{ACE85684-5661-4297-A3D9-EC71B00B1D0C}" srcOrd="0" destOrd="0" presId="urn:microsoft.com/office/officeart/2005/8/layout/vList2"/>
    <dgm:cxn modelId="{A812BDB0-82D1-4AED-A2D5-7C54F075DB4C}" srcId="{7E24C2E7-B542-4B25-972A-228AC1B01B83}" destId="{E2F799C7-ED0E-48E7-A748-3E4301886B22}" srcOrd="0" destOrd="0" parTransId="{B93C5871-6730-43E4-8D3C-C8275D04E759}" sibTransId="{B00EA017-77B7-425A-B689-5BA3C1142120}"/>
    <dgm:cxn modelId="{EC8939D4-A3D6-46E9-8BC2-DE529FDBED12}" type="presOf" srcId="{7FFEE79B-5169-4403-8362-4356C27E044A}" destId="{06B38298-8030-41C7-8806-601158C19942}" srcOrd="0" destOrd="1" presId="urn:microsoft.com/office/officeart/2005/8/layout/vList2"/>
    <dgm:cxn modelId="{F9BBE5E2-4E03-49F7-B71B-E0309F1DFCBB}" srcId="{E2F799C7-ED0E-48E7-A748-3E4301886B22}" destId="{7FFEE79B-5169-4403-8362-4356C27E044A}" srcOrd="1" destOrd="0" parTransId="{F47900EA-4CBD-46F0-83A4-04618F39E0CC}" sibTransId="{9F6B30E6-09C1-4F38-811E-E11F2CE39B42}"/>
    <dgm:cxn modelId="{D97AAB14-FD3D-4DEA-8DA9-814C7AE23DCA}" type="presParOf" srcId="{C144121E-4438-4BC1-853D-85B3FCE31A60}" destId="{ACE85684-5661-4297-A3D9-EC71B00B1D0C}" srcOrd="0" destOrd="0" presId="urn:microsoft.com/office/officeart/2005/8/layout/vList2"/>
    <dgm:cxn modelId="{194844D2-0CB8-4A5F-A7D4-37CD6DCC5CEE}" type="presParOf" srcId="{C144121E-4438-4BC1-853D-85B3FCE31A60}" destId="{06B38298-8030-41C7-8806-601158C1994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C0C0C-9720-488C-A9DF-396F0545B99D}">
      <dsp:nvSpPr>
        <dsp:cNvPr id="0" name=""/>
        <dsp:cNvSpPr/>
      </dsp:nvSpPr>
      <dsp:spPr>
        <a:xfrm>
          <a:off x="63575" y="1677"/>
          <a:ext cx="8721161" cy="4629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Facilitating Long-Term OSA Management</a:t>
          </a:r>
          <a:endParaRPr lang="fr-FR" sz="1400" kern="1200"/>
        </a:p>
      </dsp:txBody>
      <dsp:txXfrm>
        <a:off x="86176" y="24278"/>
        <a:ext cx="8675959" cy="417788"/>
      </dsp:txXfrm>
    </dsp:sp>
    <dsp:sp modelId="{3168D83B-7B7C-4F3E-9739-B8E8CBA369CA}">
      <dsp:nvSpPr>
        <dsp:cNvPr id="0" name=""/>
        <dsp:cNvSpPr/>
      </dsp:nvSpPr>
      <dsp:spPr>
        <a:xfrm>
          <a:off x="0" y="464667"/>
          <a:ext cx="8848312" cy="544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934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Helps in tracking disease progression beyond CPAP usage.</a:t>
          </a:r>
          <a:endParaRPr lang="fr-FR" sz="1200" kern="120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Supports better cardiovascular risk assessment in OSA patients</a:t>
          </a:r>
          <a:r>
            <a:rPr lang="en-US" sz="1200" b="0" i="0" kern="1200" baseline="0">
              <a:latin typeface="Aptos" panose="020B0004020202020204" pitchFamily="34" charset="0"/>
            </a:rPr>
            <a:t>.</a:t>
          </a:r>
          <a:endParaRPr lang="fr-FR" sz="1200" kern="1200">
            <a:latin typeface="Aptos" panose="020B0004020202020204" pitchFamily="34" charset="0"/>
          </a:endParaRPr>
        </a:p>
      </dsp:txBody>
      <dsp:txXfrm>
        <a:off x="0" y="464667"/>
        <a:ext cx="8848312" cy="544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7ACFC-E806-468B-9E38-DE8D2EF7F534}">
      <dsp:nvSpPr>
        <dsp:cNvPr id="0" name=""/>
        <dsp:cNvSpPr/>
      </dsp:nvSpPr>
      <dsp:spPr>
        <a:xfrm>
          <a:off x="0" y="0"/>
          <a:ext cx="8568952" cy="4620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Enhancing CPAP Adherence Monitoring</a:t>
          </a:r>
          <a:endParaRPr lang="fr-FR" sz="1400" kern="1200"/>
        </a:p>
      </dsp:txBody>
      <dsp:txXfrm>
        <a:off x="22554" y="22554"/>
        <a:ext cx="8523844" cy="416923"/>
      </dsp:txXfrm>
    </dsp:sp>
    <dsp:sp modelId="{0A18EA1F-55E2-4948-A27D-A2E61036CA8F}">
      <dsp:nvSpPr>
        <dsp:cNvPr id="0" name=""/>
        <dsp:cNvSpPr/>
      </dsp:nvSpPr>
      <dsp:spPr>
        <a:xfrm>
          <a:off x="0" y="465530"/>
          <a:ext cx="8568952" cy="700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064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Traditional CPAP monitoring only tracks usage and AHI, which does not fully capture patient experience or therapy effectiveness.</a:t>
          </a:r>
          <a:endParaRPr lang="fr-FR" sz="1200" kern="120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Digital biomarkers provide additional insights into why patients may struggle with adherence.</a:t>
          </a:r>
          <a:endParaRPr lang="fr-FR" sz="1200" kern="1200">
            <a:latin typeface="Aptos" panose="020B0004020202020204" pitchFamily="34" charset="0"/>
          </a:endParaRPr>
        </a:p>
      </dsp:txBody>
      <dsp:txXfrm>
        <a:off x="0" y="465530"/>
        <a:ext cx="8568952" cy="7005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F63BD-A29F-40D8-8710-DB4E03074750}">
      <dsp:nvSpPr>
        <dsp:cNvPr id="0" name=""/>
        <dsp:cNvSpPr/>
      </dsp:nvSpPr>
      <dsp:spPr>
        <a:xfrm>
          <a:off x="0" y="0"/>
          <a:ext cx="8584619" cy="4206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n-lt"/>
            </a:rPr>
            <a:t>Refining Patient Clustering &amp; Personalization</a:t>
          </a:r>
          <a:endParaRPr lang="fr-FR" sz="1400" b="1" kern="1200">
            <a:latin typeface="+mn-lt"/>
          </a:endParaRPr>
        </a:p>
      </dsp:txBody>
      <dsp:txXfrm>
        <a:off x="20534" y="20534"/>
        <a:ext cx="8543551" cy="379570"/>
      </dsp:txXfrm>
    </dsp:sp>
    <dsp:sp modelId="{65914F77-ED25-40CE-8C10-BDD38F3AAD35}">
      <dsp:nvSpPr>
        <dsp:cNvPr id="0" name=""/>
        <dsp:cNvSpPr/>
      </dsp:nvSpPr>
      <dsp:spPr>
        <a:xfrm>
          <a:off x="0" y="425769"/>
          <a:ext cx="8584619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562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latin typeface="Aptos" panose="020B0004020202020204" pitchFamily="34" charset="0"/>
            </a:rPr>
            <a:t>Moving beyond compliance-based clustering by integrating physiological and behavioral markers.</a:t>
          </a:r>
          <a:endParaRPr lang="fr-FR" sz="1200" kern="120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latin typeface="Aptos" panose="020B0004020202020204" pitchFamily="34" charset="0"/>
            </a:rPr>
            <a:t>Enables personalized treatment plans based on real-world patient data.</a:t>
          </a:r>
          <a:endParaRPr lang="fr-FR" sz="1200" kern="1200">
            <a:latin typeface="Aptos" panose="020B0004020202020204" pitchFamily="34" charset="0"/>
          </a:endParaRPr>
        </a:p>
      </dsp:txBody>
      <dsp:txXfrm>
        <a:off x="0" y="425769"/>
        <a:ext cx="8584619" cy="5796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82B98-2A27-4143-9C7A-95204AB67099}">
      <dsp:nvSpPr>
        <dsp:cNvPr id="0" name=""/>
        <dsp:cNvSpPr/>
      </dsp:nvSpPr>
      <dsp:spPr>
        <a:xfrm>
          <a:off x="48888" y="0"/>
          <a:ext cx="8547135" cy="4499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Supporting Early Intervention &amp; Therapy Optimization</a:t>
          </a:r>
          <a:endParaRPr lang="fr-FR" sz="1400" kern="1200"/>
        </a:p>
      </dsp:txBody>
      <dsp:txXfrm>
        <a:off x="70852" y="21964"/>
        <a:ext cx="8503207" cy="406010"/>
      </dsp:txXfrm>
    </dsp:sp>
    <dsp:sp modelId="{28317BFC-1A02-4F6B-9298-8CA64F1D09D4}">
      <dsp:nvSpPr>
        <dsp:cNvPr id="0" name=""/>
        <dsp:cNvSpPr/>
      </dsp:nvSpPr>
      <dsp:spPr>
        <a:xfrm>
          <a:off x="0" y="455509"/>
          <a:ext cx="8614761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51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0" kern="1200" baseline="0">
              <a:latin typeface="Aptos" panose="020B0004020202020204" pitchFamily="34" charset="0"/>
            </a:rPr>
            <a:t>Detects therapy failure risk before it happens through real-time biomarker deviations.</a:t>
          </a:r>
          <a:endParaRPr lang="fr-FR" sz="1200" b="0" kern="120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0" kern="1200" baseline="0">
              <a:latin typeface="Aptos" panose="020B0004020202020204" pitchFamily="34" charset="0"/>
            </a:rPr>
            <a:t>Ensures adaptive CPAP adjustments based on real-time patient needs.</a:t>
          </a:r>
          <a:endParaRPr lang="fr-FR" sz="1200" b="0" kern="1200">
            <a:latin typeface="Aptos" panose="020B0004020202020204" pitchFamily="34" charset="0"/>
          </a:endParaRPr>
        </a:p>
      </dsp:txBody>
      <dsp:txXfrm>
        <a:off x="0" y="455509"/>
        <a:ext cx="8614761" cy="480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85684-5661-4297-A3D9-EC71B00B1D0C}">
      <dsp:nvSpPr>
        <dsp:cNvPr id="0" name=""/>
        <dsp:cNvSpPr/>
      </dsp:nvSpPr>
      <dsp:spPr>
        <a:xfrm>
          <a:off x="0" y="0"/>
          <a:ext cx="8617724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Bridging Physician &amp; Patient Interaction</a:t>
          </a:r>
          <a:endParaRPr lang="fr-FR" sz="1400" kern="1200"/>
        </a:p>
      </dsp:txBody>
      <dsp:txXfrm>
        <a:off x="23760" y="23760"/>
        <a:ext cx="8570204" cy="439200"/>
      </dsp:txXfrm>
    </dsp:sp>
    <dsp:sp modelId="{06B38298-8030-41C7-8806-601158C19942}">
      <dsp:nvSpPr>
        <dsp:cNvPr id="0" name=""/>
        <dsp:cNvSpPr/>
      </dsp:nvSpPr>
      <dsp:spPr>
        <a:xfrm>
          <a:off x="0" y="488847"/>
          <a:ext cx="861772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613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Provides structured, risk-based reports instead of overwhelming physicians with excessive data.</a:t>
          </a:r>
          <a:endParaRPr lang="fr-FR" sz="1200" kern="120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baseline="0">
              <a:latin typeface="Aptos" panose="020B0004020202020204" pitchFamily="34" charset="0"/>
            </a:rPr>
            <a:t>Improves data-driven decision-making for CPAP therapy adjustments.</a:t>
          </a:r>
          <a:endParaRPr lang="fr-FR" sz="1200" kern="1200">
            <a:latin typeface="Aptos" panose="020B0004020202020204" pitchFamily="34" charset="0"/>
          </a:endParaRPr>
        </a:p>
      </dsp:txBody>
      <dsp:txXfrm>
        <a:off x="0" y="488847"/>
        <a:ext cx="8617724" cy="43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AB47E-275D-4686-9E14-00C322600FB4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5D23-DEDE-470D-8B9E-61469809FF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94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bce99795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bce99795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/>
              <a:t>*No real-time intervention adjustments → Physicians receive data too late to make timely decisions.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/>
              <a:t>*Simple clustering models → Patients are categorized only by CPAP usage, ignoring physiological and behavioral factors.</a:t>
            </a:r>
          </a:p>
          <a:p>
            <a:pPr marL="0" lvl="0" indent="0">
              <a:lnSpc>
                <a:spcPct val="107000"/>
              </a:lnSpc>
              <a:buFont typeface="Symbol" panose="05050102010706020507" pitchFamily="18" charset="2"/>
              <a:buNone/>
            </a:pPr>
            <a:r>
              <a:rPr lang="en-US" sz="1000" b="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Identified key patient groups—adherent, attempted, and non-adherent—based on therapy usage patterns.</a:t>
            </a:r>
            <a:endParaRPr lang="fr-FR" sz="1000" b="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buFont typeface="Symbol" panose="05050102010706020507" pitchFamily="18" charset="2"/>
              <a:buNone/>
            </a:pPr>
            <a:r>
              <a:rPr lang="en-US" sz="1000" b="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Dropout Analysis: intervention impact, and patient response variability.</a:t>
            </a:r>
            <a:endParaRPr lang="fr-FR" sz="1000" b="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buFont typeface="Symbol" panose="05050102010706020507" pitchFamily="18" charset="2"/>
              <a:buNone/>
            </a:pPr>
            <a:r>
              <a:rPr lang="en-US" sz="1000" b="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Cost &amp; Usage Analysis: Evaluated intervention costs and therapy adjustments across different patient groups.</a:t>
            </a:r>
            <a:endParaRPr lang="fr-FR" sz="1000" b="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None/>
            </a:pPr>
            <a:r>
              <a:rPr lang="en-US" sz="1000" b="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Identified the need for digital biomarkers and adaptive interventions → As a way to improve therapy personalization and long-term adherence.</a:t>
            </a:r>
            <a:endParaRPr lang="fr-FR" sz="1000" b="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546335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239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332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066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155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242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107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673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>
                <a:solidFill>
                  <a:srgbClr val="040C28"/>
                </a:solidFill>
                <a:effectLst/>
                <a:latin typeface="Google Sans"/>
              </a:rPr>
              <a:t>wake after sleep </a:t>
            </a:r>
            <a:r>
              <a:rPr lang="en-US" sz="1000" b="0" i="0" err="1">
                <a:solidFill>
                  <a:srgbClr val="040C28"/>
                </a:solidFill>
                <a:effectLst/>
                <a:latin typeface="Google Sans"/>
              </a:rPr>
              <a:t>onset</a:t>
            </a:r>
            <a:r>
              <a:rPr lang="en-US" sz="1000" b="0" i="0" err="1">
                <a:solidFill>
                  <a:srgbClr val="1F1F1F"/>
                </a:solidFill>
                <a:effectLst/>
                <a:latin typeface="Google Sans"/>
              </a:rPr>
              <a:t>:'WASO</a:t>
            </a:r>
            <a:r>
              <a:rPr lang="en-US" sz="1000" b="0" i="0">
                <a:solidFill>
                  <a:srgbClr val="1F1F1F"/>
                </a:solidFill>
                <a:effectLst/>
                <a:latin typeface="Google Sans"/>
              </a:rPr>
              <a:t>’</a:t>
            </a:r>
          </a:p>
          <a:p>
            <a:r>
              <a:rPr lang="en-US" sz="1000" b="0" i="0">
                <a:solidFill>
                  <a:srgbClr val="1F1F1F"/>
                </a:solidFill>
                <a:effectLst/>
                <a:latin typeface="Google Sans"/>
              </a:rPr>
              <a:t>This refers to periods of wakefulness occurring after defined sleep onset. This parameter measures wakefulness</a:t>
            </a:r>
          </a:p>
          <a:p>
            <a:endParaRPr lang="en-US" sz="1000" b="0" i="0">
              <a:solidFill>
                <a:srgbClr val="1F1F1F"/>
              </a:solidFill>
              <a:effectLst/>
              <a:latin typeface="Google Sans"/>
            </a:endParaRPr>
          </a:p>
          <a:p>
            <a:r>
              <a:rPr lang="en-US" sz="1000" b="0" kern="100" err="1">
                <a:effectLst/>
              </a:rPr>
              <a:t>SpO</a:t>
            </a:r>
            <a:r>
              <a:rPr lang="en-US" sz="1000" b="0" kern="100">
                <a:effectLst/>
              </a:rPr>
              <a:t>₂:</a:t>
            </a:r>
            <a:r>
              <a:rPr lang="fr-FR" sz="1000" b="0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Blood </a:t>
            </a:r>
            <a:r>
              <a:rPr lang="fr-FR" sz="1000" b="0" i="0" err="1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oxygen</a:t>
            </a:r>
            <a:r>
              <a:rPr lang="fr-FR" sz="1000" b="0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000" b="0" i="0" err="1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lang="fr-FR" sz="1000" b="0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000" b="0" i="0" err="1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sleep</a:t>
            </a:r>
            <a:endParaRPr lang="fr-FR" sz="1000" b="0" i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  <a:p>
            <a:endParaRPr lang="fr-FR" sz="1000" b="0" i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  <a:p>
            <a:r>
              <a:rPr lang="fr-FR" sz="1200" b="1" i="0" err="1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cardiac</a:t>
            </a:r>
            <a:r>
              <a:rPr lang="fr-FR" sz="1200" b="1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rate and </a:t>
            </a:r>
            <a:r>
              <a:rPr lang="fr-FR" sz="1200" b="1" i="0" err="1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rhythm</a:t>
            </a:r>
            <a:endParaRPr lang="fr-FR" sz="1200" b="1" i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  <a:p>
            <a:endParaRPr lang="fr-FR" sz="1200" b="1" i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200" b="0" i="0">
                <a:solidFill>
                  <a:srgbClr val="040C28"/>
                </a:solidFill>
                <a:effectLst/>
                <a:latin typeface="Google Sans"/>
              </a:rPr>
              <a:t>sleep fragmentation: the total number of awakenings and shifts to Stage 1 sleep divided by the total sleep time</a:t>
            </a:r>
            <a:endParaRPr lang="fr-FR" sz="10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944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the amount of air that moves in or out of the lungs with each respiratory cycle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07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1F1F1F"/>
                </a:solidFill>
                <a:effectLst/>
                <a:latin typeface="Google Sans"/>
              </a:rPr>
              <a:t>BiPAP therapy is </a:t>
            </a:r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primarily used to treat central sleep apnea (CSA), as well as heart, lung, and neurological disorders that require structured airway support during sleep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90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Tidal volume describes </a:t>
            </a:r>
            <a:r>
              <a:rPr lang="en-US" b="0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how much air is supplied to a patient during ventilation</a:t>
            </a:r>
            <a:endParaRPr lang="fr-FR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457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err="1">
                <a:solidFill>
                  <a:srgbClr val="1F1F1F"/>
                </a:solidFill>
                <a:effectLst/>
                <a:latin typeface="Google Sans"/>
              </a:rPr>
              <a:t>respiratory</a:t>
            </a:r>
            <a:r>
              <a:rPr lang="fr-FR" b="0" i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fr-FR" b="0" i="0" err="1">
                <a:solidFill>
                  <a:srgbClr val="1F1F1F"/>
                </a:solidFill>
                <a:effectLst/>
                <a:latin typeface="Google Sans"/>
              </a:rPr>
              <a:t>disturbance</a:t>
            </a:r>
            <a:r>
              <a:rPr lang="fr-FR" b="0" i="0">
                <a:solidFill>
                  <a:srgbClr val="1F1F1F"/>
                </a:solidFill>
                <a:effectLst/>
                <a:latin typeface="Google Sans"/>
              </a:rPr>
              <a:t> index (RDI)</a:t>
            </a:r>
          </a:p>
          <a:p>
            <a:r>
              <a:rPr lang="en-US" b="0" i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(MAD) has been a novel method in the management of snoring and OSA</a:t>
            </a:r>
            <a:endParaRPr lang="fr-FR" b="0" i="0">
              <a:solidFill>
                <a:srgbClr val="1F1F1F"/>
              </a:solidFill>
              <a:effectLst/>
              <a:latin typeface="Google Sans"/>
            </a:endParaRPr>
          </a:p>
          <a:p>
            <a:r>
              <a:rPr lang="en-US" b="0" i="0">
                <a:solidFill>
                  <a:srgbClr val="1F1F1F"/>
                </a:solidFill>
                <a:effectLst/>
                <a:latin typeface="Google Sans"/>
              </a:rPr>
              <a:t>HNS treatment, </a:t>
            </a:r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a surgical team will insert an Inspire device under the skin on your chest</a:t>
            </a:r>
            <a:r>
              <a:rPr lang="en-US" b="0" i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  <a:p>
            <a:r>
              <a:rPr lang="en-US" b="0" i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The LF/HF ratio, its maximal value during REM sleep and a minimal value in synchronous sleep.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737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Individuals with ADHD had an increased risk for dementia</a:t>
            </a:r>
          </a:p>
          <a:p>
            <a:endParaRPr lang="en-US" b="0" i="0">
              <a:solidFill>
                <a:srgbClr val="040C28"/>
              </a:solidFill>
              <a:effectLst/>
              <a:latin typeface="Google Sans"/>
            </a:endParaRPr>
          </a:p>
          <a:p>
            <a:r>
              <a:rPr lang="en-US" b="0" i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Mini-Mental State Examination (MMSE) and Montreal Cognitive Assessment (MoCA) are </a:t>
            </a:r>
            <a:r>
              <a:rPr lang="en-US" b="1" i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two commonly used cognitive screening</a:t>
            </a:r>
            <a:r>
              <a:rPr lang="en-US" b="0" i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 and diagnostic tools.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845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721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711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New patients benefit from a proactive approach. By integrating biomarkers from day one, we ensure that high-risk patients receive intensive monitoring while low-risk patients have a more flexible setup.</a:t>
            </a:r>
            <a:br>
              <a:rPr kumimoji="0" lang="en-US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kumimoji="0" lang="en-US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approach improves early adherence and reduces CPAP dropout.</a:t>
            </a:r>
            <a:endParaRPr kumimoji="0" lang="fr-FR" sz="12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0201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Patients already in therapy may not need full-scale biomarker integration from the start. Instead, we introduce sensors based on their evolving needs and therapy responses.</a:t>
            </a:r>
            <a:br>
              <a:rPr lang="en-US" sz="1200" b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200" b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ensures that CPAP therapy is continuously optimized while keeping patient burden minimal.</a:t>
            </a:r>
            <a:endParaRPr lang="fr-FR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260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564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984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200" kern="100">
                <a:latin typeface="Aptos" panose="020B0004020202020204" pitchFamily="34" charset="0"/>
                <a:cs typeface="Arial" panose="020B0604020202020204" pitchFamily="34" charset="0"/>
              </a:rPr>
              <a:t>Ensure successful transition from low-to-moderate adherence to long-term therapy commitment.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0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Challenges: </a:t>
            </a:r>
            <a:r>
              <a:rPr lang="en-US" sz="1200" kern="100">
                <a:latin typeface="Aptos" panose="020B0004020202020204" pitchFamily="34" charset="0"/>
                <a:cs typeface="Arial" panose="020B0604020202020204" pitchFamily="34" charset="0"/>
              </a:rPr>
              <a:t>This group often consists of patients in their first 1-3 months of therapy, where initial struggles with comfort, perceived benefit, and routine-building are most common. Many of these patients drop out before experiencing clinical improvements.</a:t>
            </a:r>
            <a:endParaRPr lang="fr-FR" sz="1200" kern="100">
              <a:latin typeface="Aptos" panose="020B0004020202020204" pitchFamily="34" charset="0"/>
              <a:cs typeface="Arial" panose="020B0604020202020204" pitchFamily="34" charset="0"/>
            </a:endParaRPr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94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7" descr="800x600"/>
          <p:cNvPicPr>
            <a:picLocks noChangeAspect="1" noChangeArrowheads="1"/>
          </p:cNvPicPr>
          <p:nvPr userDrawn="1"/>
        </p:nvPicPr>
        <p:blipFill>
          <a:blip r:embed="rId2"/>
          <a:stretch/>
        </p:blipFill>
        <p:spPr bwMode="auto">
          <a:xfrm>
            <a:off x="0" y="2266950"/>
            <a:ext cx="1752599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8"/>
          <p:cNvSpPr>
            <a:spLocks noChangeArrowheads="1"/>
          </p:cNvSpPr>
          <p:nvPr userDrawn="1"/>
        </p:nvSpPr>
        <p:spPr bwMode="gray">
          <a:xfrm>
            <a:off x="1465263" y="3430588"/>
            <a:ext cx="7450137" cy="74612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 t="9105" b="14795"/>
          <a:stretch/>
        </p:blipFill>
        <p:spPr bwMode="auto">
          <a:xfrm>
            <a:off x="2364173" y="5787993"/>
            <a:ext cx="1951037" cy="53181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4"/>
          <a:stretch/>
        </p:blipFill>
        <p:spPr bwMode="auto">
          <a:xfrm>
            <a:off x="7518522" y="5809583"/>
            <a:ext cx="939678" cy="48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5" descr="http://envue.insa-lyon.fr/Logotype2014/img_logotype-gr/jpg/logo-coul.jpg"/>
          <p:cNvPicPr>
            <a:picLocks noChangeAspect="1" noChangeArrowheads="1"/>
          </p:cNvPicPr>
          <p:nvPr userDrawn="1"/>
        </p:nvPicPr>
        <p:blipFill>
          <a:blip r:embed="rId5"/>
          <a:stretch/>
        </p:blipFill>
        <p:spPr bwMode="auto">
          <a:xfrm>
            <a:off x="685800" y="5867368"/>
            <a:ext cx="1289050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1981200" y="990600"/>
            <a:ext cx="6781800" cy="2147888"/>
          </a:xfrm>
        </p:spPr>
        <p:txBody>
          <a:bodyPr/>
          <a:lstStyle>
            <a:lvl1pPr algn="ctr">
              <a:defRPr sz="4000"/>
            </a:lvl1pPr>
          </a:lstStyle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1200" y="3886200"/>
            <a:ext cx="6781800" cy="1752599"/>
          </a:xfrm>
        </p:spPr>
        <p:txBody>
          <a:bodyPr/>
          <a:lstStyle>
            <a:lvl1pPr marL="0" indent="0" algn="ctr">
              <a:buFont typeface="Wingdings"/>
              <a:buNone/>
              <a:defRPr/>
            </a:lvl1pPr>
          </a:lstStyle>
          <a:p>
            <a:pPr lvl="0">
              <a:defRPr/>
            </a:pPr>
            <a:r>
              <a:rPr lang="fr-FR"/>
              <a:t>Cliquez pour modifier le style des sous-titres du masque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704533" y="5749423"/>
            <a:ext cx="1082708" cy="60895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6176564" y="5812373"/>
            <a:ext cx="952633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B4C9C-7E3A-4633-B357-D2A0DD3A570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small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F9D46-D181-4C50-92D4-93607901709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304800" y="1676400"/>
            <a:ext cx="4248150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705350" y="1676400"/>
            <a:ext cx="4249738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EF70-25BC-4BBF-9BDE-12E897CF2A70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524000" y="381000"/>
            <a:ext cx="7423150" cy="8683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58402-EA74-4123-9177-F0DF2DE3579C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175FA3"/>
                </a:solidFill>
              </a:defRPr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960F-BB3B-4BE1-960F-F64E6E93944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80BB7-1239-452D-A816-26C3A74C0536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3429000" y="576261"/>
            <a:ext cx="5486400" cy="566738"/>
          </a:xfrm>
        </p:spPr>
        <p:txBody>
          <a:bodyPr/>
          <a:lstStyle>
            <a:lvl1pPr algn="r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1792288" y="1447799"/>
            <a:ext cx="5486400" cy="39195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fr-FR"/>
              <a:t>Cliquez sur l'icône pour ajouter une image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B1394-6BE4-442D-816A-298820F63DE2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8F6418-2F54-45D4-A57F-70F7C2212E90}"/>
              </a:ext>
            </a:extLst>
          </p:cNvPr>
          <p:cNvSpPr/>
          <p:nvPr userDrawn="1"/>
        </p:nvSpPr>
        <p:spPr>
          <a:xfrm>
            <a:off x="-15041" y="5839007"/>
            <a:ext cx="9159041" cy="794973"/>
          </a:xfrm>
          <a:custGeom>
            <a:avLst/>
            <a:gdLst>
              <a:gd name="connsiteX0" fmla="*/ 5579269 w 5600700"/>
              <a:gd name="connsiteY0" fmla="*/ 285274 h 409575"/>
              <a:gd name="connsiteX1" fmla="*/ 5285899 w 5600700"/>
              <a:gd name="connsiteY1" fmla="*/ 285274 h 409575"/>
              <a:gd name="connsiteX2" fmla="*/ 5258277 w 5600700"/>
              <a:gd name="connsiteY2" fmla="*/ 323374 h 409575"/>
              <a:gd name="connsiteX3" fmla="*/ 5218271 w 5600700"/>
              <a:gd name="connsiteY3" fmla="*/ 153829 h 409575"/>
              <a:gd name="connsiteX4" fmla="*/ 5182077 w 5600700"/>
              <a:gd name="connsiteY4" fmla="*/ 285274 h 409575"/>
              <a:gd name="connsiteX5" fmla="*/ 5094446 w 5600700"/>
              <a:gd name="connsiteY5" fmla="*/ 285274 h 409575"/>
              <a:gd name="connsiteX6" fmla="*/ 5081111 w 5600700"/>
              <a:gd name="connsiteY6" fmla="*/ 335756 h 409575"/>
              <a:gd name="connsiteX7" fmla="*/ 5057299 w 5600700"/>
              <a:gd name="connsiteY7" fmla="*/ 277654 h 409575"/>
              <a:gd name="connsiteX8" fmla="*/ 5033486 w 5600700"/>
              <a:gd name="connsiteY8" fmla="*/ 322421 h 409575"/>
              <a:gd name="connsiteX9" fmla="*/ 4988719 w 5600700"/>
              <a:gd name="connsiteY9" fmla="*/ 21431 h 409575"/>
              <a:gd name="connsiteX10" fmla="*/ 4933474 w 5600700"/>
              <a:gd name="connsiteY10" fmla="*/ 393859 h 409575"/>
              <a:gd name="connsiteX11" fmla="*/ 4912519 w 5600700"/>
              <a:gd name="connsiteY11" fmla="*/ 285274 h 409575"/>
              <a:gd name="connsiteX12" fmla="*/ 4686777 w 5600700"/>
              <a:gd name="connsiteY12" fmla="*/ 285274 h 409575"/>
              <a:gd name="connsiteX13" fmla="*/ 4657249 w 5600700"/>
              <a:gd name="connsiteY13" fmla="*/ 344329 h 409575"/>
              <a:gd name="connsiteX14" fmla="*/ 4622006 w 5600700"/>
              <a:gd name="connsiteY14" fmla="*/ 150971 h 409575"/>
              <a:gd name="connsiteX15" fmla="*/ 4579144 w 5600700"/>
              <a:gd name="connsiteY15" fmla="*/ 285274 h 409575"/>
              <a:gd name="connsiteX16" fmla="*/ 4492466 w 5600700"/>
              <a:gd name="connsiteY16" fmla="*/ 285274 h 409575"/>
              <a:gd name="connsiteX17" fmla="*/ 4467702 w 5600700"/>
              <a:gd name="connsiteY17" fmla="*/ 322421 h 409575"/>
              <a:gd name="connsiteX18" fmla="*/ 4441984 w 5600700"/>
              <a:gd name="connsiteY18" fmla="*/ 275749 h 409575"/>
              <a:gd name="connsiteX19" fmla="*/ 4408646 w 5600700"/>
              <a:gd name="connsiteY19" fmla="*/ 336709 h 409575"/>
              <a:gd name="connsiteX20" fmla="*/ 4377214 w 5600700"/>
              <a:gd name="connsiteY20" fmla="*/ 72866 h 409575"/>
              <a:gd name="connsiteX21" fmla="*/ 4336256 w 5600700"/>
              <a:gd name="connsiteY21" fmla="*/ 377666 h 409575"/>
              <a:gd name="connsiteX22" fmla="*/ 4308634 w 5600700"/>
              <a:gd name="connsiteY22" fmla="*/ 285274 h 409575"/>
              <a:gd name="connsiteX23" fmla="*/ 4239102 w 5600700"/>
              <a:gd name="connsiteY23" fmla="*/ 285274 h 409575"/>
              <a:gd name="connsiteX24" fmla="*/ 4210527 w 5600700"/>
              <a:gd name="connsiteY24" fmla="*/ 237649 h 409575"/>
              <a:gd name="connsiteX25" fmla="*/ 4178141 w 5600700"/>
              <a:gd name="connsiteY25" fmla="*/ 285274 h 409575"/>
              <a:gd name="connsiteX26" fmla="*/ 21431 w 5600700"/>
              <a:gd name="connsiteY26" fmla="*/ 285274 h 409575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75874 h 372428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63842 h 372428"/>
              <a:gd name="connsiteX0" fmla="*/ 5698543 w 5698543"/>
              <a:gd name="connsiteY0" fmla="*/ 252570 h 372428"/>
              <a:gd name="connsiteX1" fmla="*/ 4903521 w 5698543"/>
              <a:gd name="connsiteY1" fmla="*/ 263843 h 372428"/>
              <a:gd name="connsiteX2" fmla="*/ 4875899 w 5698543"/>
              <a:gd name="connsiteY2" fmla="*/ 301943 h 372428"/>
              <a:gd name="connsiteX3" fmla="*/ 4835893 w 5698543"/>
              <a:gd name="connsiteY3" fmla="*/ 132398 h 372428"/>
              <a:gd name="connsiteX4" fmla="*/ 4799699 w 5698543"/>
              <a:gd name="connsiteY4" fmla="*/ 263843 h 372428"/>
              <a:gd name="connsiteX5" fmla="*/ 4712068 w 5698543"/>
              <a:gd name="connsiteY5" fmla="*/ 263843 h 372428"/>
              <a:gd name="connsiteX6" fmla="*/ 4698733 w 5698543"/>
              <a:gd name="connsiteY6" fmla="*/ 314325 h 372428"/>
              <a:gd name="connsiteX7" fmla="*/ 4674921 w 5698543"/>
              <a:gd name="connsiteY7" fmla="*/ 256223 h 372428"/>
              <a:gd name="connsiteX8" fmla="*/ 4651108 w 5698543"/>
              <a:gd name="connsiteY8" fmla="*/ 300990 h 372428"/>
              <a:gd name="connsiteX9" fmla="*/ 4606341 w 5698543"/>
              <a:gd name="connsiteY9" fmla="*/ 0 h 372428"/>
              <a:gd name="connsiteX10" fmla="*/ 4551096 w 5698543"/>
              <a:gd name="connsiteY10" fmla="*/ 372428 h 372428"/>
              <a:gd name="connsiteX11" fmla="*/ 4530141 w 5698543"/>
              <a:gd name="connsiteY11" fmla="*/ 263843 h 372428"/>
              <a:gd name="connsiteX12" fmla="*/ 4304399 w 5698543"/>
              <a:gd name="connsiteY12" fmla="*/ 263843 h 372428"/>
              <a:gd name="connsiteX13" fmla="*/ 4274871 w 5698543"/>
              <a:gd name="connsiteY13" fmla="*/ 322898 h 372428"/>
              <a:gd name="connsiteX14" fmla="*/ 4239628 w 5698543"/>
              <a:gd name="connsiteY14" fmla="*/ 129540 h 372428"/>
              <a:gd name="connsiteX15" fmla="*/ 4196766 w 5698543"/>
              <a:gd name="connsiteY15" fmla="*/ 263843 h 372428"/>
              <a:gd name="connsiteX16" fmla="*/ 4110088 w 5698543"/>
              <a:gd name="connsiteY16" fmla="*/ 263843 h 372428"/>
              <a:gd name="connsiteX17" fmla="*/ 4085324 w 5698543"/>
              <a:gd name="connsiteY17" fmla="*/ 300990 h 372428"/>
              <a:gd name="connsiteX18" fmla="*/ 4059606 w 5698543"/>
              <a:gd name="connsiteY18" fmla="*/ 254318 h 372428"/>
              <a:gd name="connsiteX19" fmla="*/ 4026268 w 5698543"/>
              <a:gd name="connsiteY19" fmla="*/ 315278 h 372428"/>
              <a:gd name="connsiteX20" fmla="*/ 3994836 w 5698543"/>
              <a:gd name="connsiteY20" fmla="*/ 51435 h 372428"/>
              <a:gd name="connsiteX21" fmla="*/ 3953878 w 5698543"/>
              <a:gd name="connsiteY21" fmla="*/ 356235 h 372428"/>
              <a:gd name="connsiteX22" fmla="*/ 3926256 w 5698543"/>
              <a:gd name="connsiteY22" fmla="*/ 263843 h 372428"/>
              <a:gd name="connsiteX23" fmla="*/ 3856724 w 5698543"/>
              <a:gd name="connsiteY23" fmla="*/ 263843 h 372428"/>
              <a:gd name="connsiteX24" fmla="*/ 3828149 w 5698543"/>
              <a:gd name="connsiteY24" fmla="*/ 216218 h 372428"/>
              <a:gd name="connsiteX25" fmla="*/ 3795763 w 5698543"/>
              <a:gd name="connsiteY25" fmla="*/ 263843 h 372428"/>
              <a:gd name="connsiteX26" fmla="*/ 0 w 5698543"/>
              <a:gd name="connsiteY26" fmla="*/ 263842 h 372428"/>
              <a:gd name="connsiteX0" fmla="*/ 5506901 w 5506901"/>
              <a:gd name="connsiteY0" fmla="*/ 252570 h 372428"/>
              <a:gd name="connsiteX1" fmla="*/ 4903521 w 5506901"/>
              <a:gd name="connsiteY1" fmla="*/ 263843 h 372428"/>
              <a:gd name="connsiteX2" fmla="*/ 4875899 w 5506901"/>
              <a:gd name="connsiteY2" fmla="*/ 301943 h 372428"/>
              <a:gd name="connsiteX3" fmla="*/ 4835893 w 5506901"/>
              <a:gd name="connsiteY3" fmla="*/ 132398 h 372428"/>
              <a:gd name="connsiteX4" fmla="*/ 4799699 w 5506901"/>
              <a:gd name="connsiteY4" fmla="*/ 263843 h 372428"/>
              <a:gd name="connsiteX5" fmla="*/ 4712068 w 5506901"/>
              <a:gd name="connsiteY5" fmla="*/ 263843 h 372428"/>
              <a:gd name="connsiteX6" fmla="*/ 4698733 w 5506901"/>
              <a:gd name="connsiteY6" fmla="*/ 314325 h 372428"/>
              <a:gd name="connsiteX7" fmla="*/ 4674921 w 5506901"/>
              <a:gd name="connsiteY7" fmla="*/ 256223 h 372428"/>
              <a:gd name="connsiteX8" fmla="*/ 4651108 w 5506901"/>
              <a:gd name="connsiteY8" fmla="*/ 300990 h 372428"/>
              <a:gd name="connsiteX9" fmla="*/ 4606341 w 5506901"/>
              <a:gd name="connsiteY9" fmla="*/ 0 h 372428"/>
              <a:gd name="connsiteX10" fmla="*/ 4551096 w 5506901"/>
              <a:gd name="connsiteY10" fmla="*/ 372428 h 372428"/>
              <a:gd name="connsiteX11" fmla="*/ 4530141 w 5506901"/>
              <a:gd name="connsiteY11" fmla="*/ 263843 h 372428"/>
              <a:gd name="connsiteX12" fmla="*/ 4304399 w 5506901"/>
              <a:gd name="connsiteY12" fmla="*/ 263843 h 372428"/>
              <a:gd name="connsiteX13" fmla="*/ 4274871 w 5506901"/>
              <a:gd name="connsiteY13" fmla="*/ 322898 h 372428"/>
              <a:gd name="connsiteX14" fmla="*/ 4239628 w 5506901"/>
              <a:gd name="connsiteY14" fmla="*/ 129540 h 372428"/>
              <a:gd name="connsiteX15" fmla="*/ 4196766 w 5506901"/>
              <a:gd name="connsiteY15" fmla="*/ 263843 h 372428"/>
              <a:gd name="connsiteX16" fmla="*/ 4110088 w 5506901"/>
              <a:gd name="connsiteY16" fmla="*/ 263843 h 372428"/>
              <a:gd name="connsiteX17" fmla="*/ 4085324 w 5506901"/>
              <a:gd name="connsiteY17" fmla="*/ 300990 h 372428"/>
              <a:gd name="connsiteX18" fmla="*/ 4059606 w 5506901"/>
              <a:gd name="connsiteY18" fmla="*/ 254318 h 372428"/>
              <a:gd name="connsiteX19" fmla="*/ 4026268 w 5506901"/>
              <a:gd name="connsiteY19" fmla="*/ 315278 h 372428"/>
              <a:gd name="connsiteX20" fmla="*/ 3994836 w 5506901"/>
              <a:gd name="connsiteY20" fmla="*/ 51435 h 372428"/>
              <a:gd name="connsiteX21" fmla="*/ 3953878 w 5506901"/>
              <a:gd name="connsiteY21" fmla="*/ 356235 h 372428"/>
              <a:gd name="connsiteX22" fmla="*/ 3926256 w 5506901"/>
              <a:gd name="connsiteY22" fmla="*/ 263843 h 372428"/>
              <a:gd name="connsiteX23" fmla="*/ 3856724 w 5506901"/>
              <a:gd name="connsiteY23" fmla="*/ 263843 h 372428"/>
              <a:gd name="connsiteX24" fmla="*/ 3828149 w 5506901"/>
              <a:gd name="connsiteY24" fmla="*/ 216218 h 372428"/>
              <a:gd name="connsiteX25" fmla="*/ 3795763 w 5506901"/>
              <a:gd name="connsiteY25" fmla="*/ 263843 h 372428"/>
              <a:gd name="connsiteX26" fmla="*/ 0 w 5506901"/>
              <a:gd name="connsiteY26" fmla="*/ 263842 h 372428"/>
              <a:gd name="connsiteX0" fmla="*/ 5721090 w 5721090"/>
              <a:gd name="connsiteY0" fmla="*/ 252570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69478 h 37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21090" h="372428">
                <a:moveTo>
                  <a:pt x="5721090" y="258207"/>
                </a:moveTo>
                <a:lnTo>
                  <a:pt x="5117710" y="263843"/>
                </a:lnTo>
                <a:lnTo>
                  <a:pt x="5090088" y="301943"/>
                </a:lnTo>
                <a:lnTo>
                  <a:pt x="5050082" y="132398"/>
                </a:lnTo>
                <a:lnTo>
                  <a:pt x="5013888" y="263843"/>
                </a:lnTo>
                <a:lnTo>
                  <a:pt x="4926257" y="263843"/>
                </a:lnTo>
                <a:lnTo>
                  <a:pt x="4912922" y="314325"/>
                </a:lnTo>
                <a:lnTo>
                  <a:pt x="4889110" y="256223"/>
                </a:lnTo>
                <a:lnTo>
                  <a:pt x="4865297" y="300990"/>
                </a:lnTo>
                <a:lnTo>
                  <a:pt x="4820530" y="0"/>
                </a:lnTo>
                <a:lnTo>
                  <a:pt x="4765285" y="372428"/>
                </a:lnTo>
                <a:lnTo>
                  <a:pt x="4744330" y="263843"/>
                </a:lnTo>
                <a:lnTo>
                  <a:pt x="4518588" y="263843"/>
                </a:lnTo>
                <a:lnTo>
                  <a:pt x="4489060" y="322898"/>
                </a:lnTo>
                <a:lnTo>
                  <a:pt x="4453817" y="129540"/>
                </a:lnTo>
                <a:lnTo>
                  <a:pt x="4410955" y="263843"/>
                </a:lnTo>
                <a:lnTo>
                  <a:pt x="4324277" y="263843"/>
                </a:lnTo>
                <a:lnTo>
                  <a:pt x="4299513" y="300990"/>
                </a:lnTo>
                <a:lnTo>
                  <a:pt x="4273795" y="254318"/>
                </a:lnTo>
                <a:lnTo>
                  <a:pt x="4240457" y="315278"/>
                </a:lnTo>
                <a:lnTo>
                  <a:pt x="4209025" y="51435"/>
                </a:lnTo>
                <a:lnTo>
                  <a:pt x="4168067" y="356235"/>
                </a:lnTo>
                <a:lnTo>
                  <a:pt x="4140445" y="263843"/>
                </a:lnTo>
                <a:lnTo>
                  <a:pt x="4070913" y="263843"/>
                </a:lnTo>
                <a:lnTo>
                  <a:pt x="4042338" y="216218"/>
                </a:lnTo>
                <a:lnTo>
                  <a:pt x="4009952" y="263843"/>
                </a:lnTo>
                <a:lnTo>
                  <a:pt x="0" y="26947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A95570-ABCA-4EAA-A150-DE9A778788FF}"/>
              </a:ext>
            </a:extLst>
          </p:cNvPr>
          <p:cNvGrpSpPr/>
          <p:nvPr userDrawn="1"/>
        </p:nvGrpSpPr>
        <p:grpSpPr>
          <a:xfrm rot="10800000" flipH="1" flipV="1">
            <a:off x="4714875" y="5899288"/>
            <a:ext cx="4179095" cy="862288"/>
            <a:chOff x="477110" y="4905446"/>
            <a:chExt cx="11078677" cy="171442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A78A61-879F-457D-9A77-D666DFE521FF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6593EB-5869-4A8C-80A1-C05AA0B24BF0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63A0A4C-2BF4-47D2-AFFF-A22E96B3C12D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3DAC375-EEBC-4131-8F69-CD653EE61E82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A4658B-18D9-47F9-8999-4B217D15FD5B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9607F-C050-4355-908E-D24DD45D9D08}"/>
              </a:ext>
            </a:extLst>
          </p:cNvPr>
          <p:cNvGrpSpPr/>
          <p:nvPr userDrawn="1"/>
        </p:nvGrpSpPr>
        <p:grpSpPr>
          <a:xfrm rot="10800000" flipV="1">
            <a:off x="260626" y="5899288"/>
            <a:ext cx="4179095" cy="862288"/>
            <a:chOff x="477110" y="4905446"/>
            <a:chExt cx="11078677" cy="17144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A74116-9898-4A6A-84F3-F61BBB7993C6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4DC28B-DA5D-40A5-BF5E-A8C07B13D6FD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1A92E0-BAD3-4804-8CFB-2F36973DF453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F7FFD43-6FA1-417C-AF01-3A54B1EB3288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DB8CE4-378A-4F7B-8401-E84CD0360554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087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46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61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62946D-F2ED-4A3A-AFF2-114E504B5745}"/>
              </a:ext>
            </a:extLst>
          </p:cNvPr>
          <p:cNvSpPr/>
          <p:nvPr userDrawn="1"/>
        </p:nvSpPr>
        <p:spPr>
          <a:xfrm>
            <a:off x="2169994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98542A-477C-4DE9-BE76-734F0C55D2E2}"/>
              </a:ext>
            </a:extLst>
          </p:cNvPr>
          <p:cNvSpPr/>
          <p:nvPr userDrawn="1"/>
        </p:nvSpPr>
        <p:spPr>
          <a:xfrm>
            <a:off x="2413947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7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1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074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774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9724905C-0466-437C-B401-0D9138D840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55257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Images</a:t>
            </a:r>
            <a:endParaRPr lang="ko-KR" altLang="en-US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07F0600E-0EC8-4BFF-B37B-C982DE03E9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88495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Images</a:t>
            </a:r>
            <a:endParaRPr lang="ko-KR" alt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49170B7-DADE-4D0A-8BF8-230A982B74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21732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101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12B6C6-12D5-49A1-B688-91C869139E0E}"/>
              </a:ext>
            </a:extLst>
          </p:cNvPr>
          <p:cNvSpPr/>
          <p:nvPr userDrawn="1"/>
        </p:nvSpPr>
        <p:spPr>
          <a:xfrm>
            <a:off x="0" y="0"/>
            <a:ext cx="9144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D:\KBM-정애\014-Fullppt\PNG이미지\탭.png">
            <a:extLst>
              <a:ext uri="{FF2B5EF4-FFF2-40B4-BE49-F238E27FC236}">
                <a16:creationId xmlns:a16="http://schemas.microsoft.com/office/drawing/2014/main" id="{71CF212A-1782-49B4-8B17-581DC5D7B3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915" y="1709312"/>
            <a:ext cx="2648012" cy="434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:\KBM-정애\014-Fullppt\PNG이미지\핸드폰.png">
            <a:extLst>
              <a:ext uri="{FF2B5EF4-FFF2-40B4-BE49-F238E27FC236}">
                <a16:creationId xmlns:a16="http://schemas.microsoft.com/office/drawing/2014/main" id="{F6F9CC28-F54D-4BAA-BF10-18180D05E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32" y="3259539"/>
            <a:ext cx="1995680" cy="322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10637AE-6F5C-4D3F-9611-7DA2098A8029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95649" y="2158177"/>
            <a:ext cx="1836866" cy="31255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96F8098-C31E-4554-BACD-2C26FE4D24E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64932" y="3403406"/>
            <a:ext cx="1113343" cy="2330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8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72920181-2924-4E1F-891D-E75A99509C25}"/>
              </a:ext>
            </a:extLst>
          </p:cNvPr>
          <p:cNvSpPr/>
          <p:nvPr userDrawn="1"/>
        </p:nvSpPr>
        <p:spPr>
          <a:xfrm>
            <a:off x="-1" y="0"/>
            <a:ext cx="32154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403987" y="535022"/>
            <a:ext cx="2917435" cy="3542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433426" y="2025072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350421" y="4260714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76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gray">
          <a:xfrm>
            <a:off x="1465263" y="1247775"/>
            <a:ext cx="7450137" cy="74613"/>
          </a:xfrm>
          <a:prstGeom prst="rect">
            <a:avLst/>
          </a:prstGeom>
          <a:gradFill>
            <a:gsLst>
              <a:gs pos="0">
                <a:srgbClr val="175FA3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419975" cy="8667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650288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F96F775-11EA-4E6D-8D28-1A7B46574B78}" type="slidenum">
              <a:rPr lang="fr-FR"/>
              <a:t>‹#›</a:t>
            </a:fld>
            <a:endParaRPr lang="fr-FR"/>
          </a:p>
        </p:txBody>
      </p:sp>
      <p:pic>
        <p:nvPicPr>
          <p:cNvPr id="1032" name="Picture 14" descr="800x600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0" y="57150"/>
            <a:ext cx="1752599" cy="1314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r">
        <a:spcBef>
          <a:spcPts val="0"/>
        </a:spcBef>
        <a:spcAft>
          <a:spcPts val="0"/>
        </a:spcAft>
        <a:defRPr sz="3200">
          <a:solidFill>
            <a:srgbClr val="175FA3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2pPr>
      <a:lvl3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3pPr>
      <a:lvl4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4pPr>
      <a:lvl5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5pPr>
      <a:lvl6pPr marL="4572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6pPr>
      <a:lvl7pPr marL="9144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7pPr>
      <a:lvl8pPr marL="13716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8pPr>
      <a:lvl9pPr marL="18288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lr>
          <a:schemeClr val="tx2"/>
        </a:buClr>
        <a:buSzPct val="60000"/>
        <a:buFont typeface="Wingdings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lr>
          <a:schemeClr val="hlink"/>
        </a:buClr>
        <a:buSzPct val="55000"/>
        <a:buFont typeface="Wingdings"/>
        <a:buChar char="n"/>
        <a:defRPr sz="2000">
          <a:solidFill>
            <a:schemeClr val="tx1"/>
          </a:solidFill>
          <a:latin typeface="+mn-lt"/>
        </a:defRPr>
      </a:lvl2pPr>
      <a:lvl3pPr marL="1143000" indent="-228600" algn="l">
        <a:spcBef>
          <a:spcPts val="0"/>
        </a:spcBef>
        <a:spcAft>
          <a:spcPts val="0"/>
        </a:spcAft>
        <a:buClr>
          <a:schemeClr val="folHlink"/>
        </a:buClr>
        <a:buSzPct val="50000"/>
        <a:buFont typeface="Wingdings"/>
        <a:buChar char="n"/>
        <a:defRPr sz="1800">
          <a:solidFill>
            <a:schemeClr val="tx1"/>
          </a:solidFill>
          <a:latin typeface="+mn-lt"/>
        </a:defRPr>
      </a:lvl3pPr>
      <a:lvl4pPr marL="1600200" indent="-228600" algn="l">
        <a:spcBef>
          <a:spcPts val="0"/>
        </a:spcBef>
        <a:spcAft>
          <a:spcPts val="0"/>
        </a:spcAft>
        <a:buClr>
          <a:schemeClr val="accent2"/>
        </a:buClr>
        <a:buSzPct val="55000"/>
        <a:buFont typeface="Wingdings"/>
        <a:buChar char="n"/>
        <a:defRPr sz="1600">
          <a:solidFill>
            <a:schemeClr val="tx1"/>
          </a:solidFill>
          <a:latin typeface="+mn-lt"/>
        </a:defRPr>
      </a:lvl4pPr>
      <a:lvl5pPr marL="20574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 sz="1600">
          <a:solidFill>
            <a:schemeClr val="tx1"/>
          </a:solidFill>
          <a:latin typeface="+mn-lt"/>
        </a:defRPr>
      </a:lvl5pPr>
      <a:lvl6pPr marL="25146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1" r:id="rId11"/>
  </p:sldLayoutIdLst>
  <p:hf hdr="0" dt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26" Type="http://schemas.openxmlformats.org/officeDocument/2006/relationships/diagramQuickStyle" Target="../diagrams/quickStyle5.xml"/><Relationship Id="rId3" Type="http://schemas.openxmlformats.org/officeDocument/2006/relationships/image" Target="../media/image14.pn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5" Type="http://schemas.openxmlformats.org/officeDocument/2006/relationships/diagramLayout" Target="../diagrams/layout5.xml"/><Relationship Id="rId2" Type="http://schemas.openxmlformats.org/officeDocument/2006/relationships/notesSlide" Target="../notesSlides/notesSlide8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24" Type="http://schemas.openxmlformats.org/officeDocument/2006/relationships/diagramData" Target="../diagrams/data5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28" Type="http://schemas.microsoft.com/office/2007/relationships/diagramDrawing" Target="../diagrams/drawing5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Relationship Id="rId27" Type="http://schemas.openxmlformats.org/officeDocument/2006/relationships/diagramColors" Target="../diagrams/colors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4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9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file:///C:\Users\A6QU89\OneDrive%20-%20univ-lyon2.fr\UML1.pdf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>
            <a:spLocks noGrp="1"/>
          </p:cNvSpPr>
          <p:nvPr>
            <p:ph type="title"/>
          </p:nvPr>
        </p:nvSpPr>
        <p:spPr>
          <a:xfrm>
            <a:off x="1190100" y="365517"/>
            <a:ext cx="6763800" cy="5031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fr-FR" sz="2400">
                <a:latin typeface="+mn-lt"/>
              </a:rPr>
              <a:t>Process of </a:t>
            </a:r>
            <a:r>
              <a:rPr lang="fr-FR" sz="2400" err="1">
                <a:latin typeface="+mn-lt"/>
              </a:rPr>
              <a:t>completed</a:t>
            </a:r>
            <a:r>
              <a:rPr lang="fr-FR" sz="2400">
                <a:latin typeface="+mn-lt"/>
              </a:rPr>
              <a:t> </a:t>
            </a:r>
            <a:r>
              <a:rPr lang="fr-FR" sz="2400" err="1">
                <a:latin typeface="+mn-lt"/>
              </a:rPr>
              <a:t>works</a:t>
            </a:r>
            <a:endParaRPr sz="2400">
              <a:latin typeface="+mn-lt"/>
            </a:endParaRPr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266A7EE-0927-489B-7CA4-05A4E7BF8C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8F62C3-76E1-E4BC-B518-FFF17EEDFBDD}"/>
              </a:ext>
            </a:extLst>
          </p:cNvPr>
          <p:cNvSpPr/>
          <p:nvPr/>
        </p:nvSpPr>
        <p:spPr>
          <a:xfrm>
            <a:off x="130951" y="2400478"/>
            <a:ext cx="4332730" cy="509733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0A0EC5-9098-5B5E-B5A2-7D89B206B316}"/>
              </a:ext>
            </a:extLst>
          </p:cNvPr>
          <p:cNvSpPr/>
          <p:nvPr/>
        </p:nvSpPr>
        <p:spPr>
          <a:xfrm>
            <a:off x="130951" y="2591913"/>
            <a:ext cx="318298" cy="318298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8A23BE-9DBC-ACE6-E8C8-92AC64EDC040}"/>
              </a:ext>
            </a:extLst>
          </p:cNvPr>
          <p:cNvSpPr/>
          <p:nvPr/>
        </p:nvSpPr>
        <p:spPr>
          <a:xfrm>
            <a:off x="130951" y="1484784"/>
            <a:ext cx="4332730" cy="915694"/>
          </a:xfrm>
          <a:custGeom>
            <a:avLst/>
            <a:gdLst>
              <a:gd name="connsiteX0" fmla="*/ 0 w 4332730"/>
              <a:gd name="connsiteY0" fmla="*/ 0 h 915694"/>
              <a:gd name="connsiteX1" fmla="*/ 4332730 w 4332730"/>
              <a:gd name="connsiteY1" fmla="*/ 0 h 915694"/>
              <a:gd name="connsiteX2" fmla="*/ 4332730 w 4332730"/>
              <a:gd name="connsiteY2" fmla="*/ 915694 h 915694"/>
              <a:gd name="connsiteX3" fmla="*/ 0 w 4332730"/>
              <a:gd name="connsiteY3" fmla="*/ 915694 h 915694"/>
              <a:gd name="connsiteX4" fmla="*/ 0 w 4332730"/>
              <a:gd name="connsiteY4" fmla="*/ 0 h 9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2730" h="915694">
                <a:moveTo>
                  <a:pt x="0" y="0"/>
                </a:moveTo>
                <a:lnTo>
                  <a:pt x="4332730" y="0"/>
                </a:lnTo>
                <a:lnTo>
                  <a:pt x="4332730" y="915694"/>
                </a:lnTo>
                <a:lnTo>
                  <a:pt x="0" y="91569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15240" rIns="22860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/>
              <a:t>Analyzed CPAP Adherence &amp; Therapy Optimization Challenges</a:t>
            </a:r>
            <a:endParaRPr lang="fr-FR" sz="1200" kern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086A67-A87D-26CE-A16A-414046BAE6A1}"/>
              </a:ext>
            </a:extLst>
          </p:cNvPr>
          <p:cNvSpPr/>
          <p:nvPr/>
        </p:nvSpPr>
        <p:spPr>
          <a:xfrm>
            <a:off x="4680318" y="2400478"/>
            <a:ext cx="4332730" cy="509733"/>
          </a:xfrm>
          <a:prstGeom prst="rect">
            <a:avLst/>
          </a:prstGeom>
        </p:spPr>
        <p:style>
          <a:lnRef idx="2">
            <a:schemeClr val="accent2">
              <a:hueOff val="-8150812"/>
              <a:satOff val="0"/>
              <a:lumOff val="17843"/>
              <a:alphaOff val="0"/>
            </a:schemeClr>
          </a:lnRef>
          <a:fillRef idx="1">
            <a:schemeClr val="accent2">
              <a:hueOff val="-8150812"/>
              <a:satOff val="0"/>
              <a:lumOff val="17843"/>
              <a:alphaOff val="0"/>
            </a:schemeClr>
          </a:fillRef>
          <a:effectRef idx="0">
            <a:schemeClr val="accent2">
              <a:hueOff val="-8150812"/>
              <a:satOff val="0"/>
              <a:lumOff val="1784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464A2-2DDB-655A-1F00-8F9C68935B72}"/>
              </a:ext>
            </a:extLst>
          </p:cNvPr>
          <p:cNvSpPr/>
          <p:nvPr/>
        </p:nvSpPr>
        <p:spPr>
          <a:xfrm>
            <a:off x="4680318" y="2591913"/>
            <a:ext cx="318298" cy="318298"/>
          </a:xfrm>
          <a:prstGeom prst="rect">
            <a:avLst/>
          </a:prstGeom>
        </p:spPr>
        <p:style>
          <a:lnRef idx="2">
            <a:schemeClr val="accent2">
              <a:hueOff val="-8150812"/>
              <a:satOff val="0"/>
              <a:lumOff val="17843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4EAD52-2734-E1C9-2348-DC6405C85746}"/>
              </a:ext>
            </a:extLst>
          </p:cNvPr>
          <p:cNvSpPr/>
          <p:nvPr/>
        </p:nvSpPr>
        <p:spPr>
          <a:xfrm>
            <a:off x="4680318" y="1484784"/>
            <a:ext cx="4332730" cy="915694"/>
          </a:xfrm>
          <a:custGeom>
            <a:avLst/>
            <a:gdLst>
              <a:gd name="connsiteX0" fmla="*/ 0 w 4332730"/>
              <a:gd name="connsiteY0" fmla="*/ 0 h 915694"/>
              <a:gd name="connsiteX1" fmla="*/ 4332730 w 4332730"/>
              <a:gd name="connsiteY1" fmla="*/ 0 h 915694"/>
              <a:gd name="connsiteX2" fmla="*/ 4332730 w 4332730"/>
              <a:gd name="connsiteY2" fmla="*/ 915694 h 915694"/>
              <a:gd name="connsiteX3" fmla="*/ 0 w 4332730"/>
              <a:gd name="connsiteY3" fmla="*/ 915694 h 915694"/>
              <a:gd name="connsiteX4" fmla="*/ 0 w 4332730"/>
              <a:gd name="connsiteY4" fmla="*/ 0 h 9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2730" h="915694">
                <a:moveTo>
                  <a:pt x="0" y="0"/>
                </a:moveTo>
                <a:lnTo>
                  <a:pt x="4332730" y="0"/>
                </a:lnTo>
                <a:lnTo>
                  <a:pt x="4332730" y="915694"/>
                </a:lnTo>
                <a:lnTo>
                  <a:pt x="0" y="91569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15240" rIns="22860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US" sz="1200" b="1" kern="1200"/>
              <a:t>Developed a Conceptual AI-Driven Framework for CPAP Therapy Personalization</a:t>
            </a:r>
            <a:r>
              <a:rPr lang="en-US" sz="1200" kern="1200"/>
              <a:t> </a:t>
            </a:r>
            <a:r>
              <a:rPr lang="en-US" sz="1200" i="1" kern="1200"/>
              <a:t>(Still in the research phase, identifying key elements, but not yet implemented)</a:t>
            </a:r>
            <a:endParaRPr lang="fr-FR" sz="1200" kern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E6E5E-64DB-76AA-6686-2CAC59CCD312}"/>
              </a:ext>
            </a:extLst>
          </p:cNvPr>
          <p:cNvSpPr txBox="1"/>
          <p:nvPr/>
        </p:nvSpPr>
        <p:spPr>
          <a:xfrm>
            <a:off x="251520" y="3050683"/>
            <a:ext cx="4320480" cy="336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Reviewed CPAP machine usage data (AHI, leak rate, compliance hours) and patient surveys.</a:t>
            </a:r>
          </a:p>
          <a:p>
            <a:pPr lvl="0" rtl="0">
              <a:lnSpc>
                <a:spcPct val="107000"/>
              </a:lnSpc>
            </a:pP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Identified limitations in existing CPAP adherence models:</a:t>
            </a:r>
            <a:endParaRPr lang="fr-FR" sz="1200" kern="1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Lack of physiological validation 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 real-time intervention adjustments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Simple clustering models </a:t>
            </a:r>
          </a:p>
          <a:p>
            <a:pPr marL="171450" lvl="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Conducted a literature review and data-driven analysis to identify gaps in personalized CPAP treatment and intervention strategies.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Dropout Analysis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Cost &amp; Usage Analysis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Identified the need for digital biomarkers and adaptive interventions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Graphic 13" descr="Research with solid fill">
            <a:extLst>
              <a:ext uri="{FF2B5EF4-FFF2-40B4-BE49-F238E27FC236}">
                <a16:creationId xmlns:a16="http://schemas.microsoft.com/office/drawing/2014/main" id="{97520DF5-6600-298B-BA62-47E20DE46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61200" y="2647164"/>
            <a:ext cx="234336" cy="234336"/>
          </a:xfrm>
          <a:prstGeom prst="rect">
            <a:avLst/>
          </a:prstGeom>
        </p:spPr>
      </p:pic>
      <p:pic>
        <p:nvPicPr>
          <p:cNvPr id="22" name="Graphic 21" descr="Lightbulb and pencil with solid fill">
            <a:extLst>
              <a:ext uri="{FF2B5EF4-FFF2-40B4-BE49-F238E27FC236}">
                <a16:creationId xmlns:a16="http://schemas.microsoft.com/office/drawing/2014/main" id="{86B8000E-9838-FF58-3440-B3A86821A6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6016" y="2595149"/>
            <a:ext cx="286351" cy="2863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866E62-634F-8E64-6924-FD5E07C72836}"/>
              </a:ext>
            </a:extLst>
          </p:cNvPr>
          <p:cNvSpPr txBox="1"/>
          <p:nvPr/>
        </p:nvSpPr>
        <p:spPr>
          <a:xfrm>
            <a:off x="4211960" y="2887188"/>
            <a:ext cx="4932040" cy="235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>
              <a:effectLst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Explored the role of Digital Biomarkers (HRV, </a:t>
            </a:r>
            <a:r>
              <a:rPr lang="en-US" sz="12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SpO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₂, BP, EEG) in real-time physiological monitoring.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an event-driven intervention model → Aiming to detect therapy failures and suggest corrective actions.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Investigated multi-factor clustering approaches → Combining CPAP data, digital biomarkers, and patient feedback for personalized stratification.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Outlined a real-time patient pathway model → To enhance collaboration between physicians, technicians, and patients.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C34B8E-3F75-C35E-C792-C55DC5B7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CF960F-BB3B-4BE1-960F-F64E6E9394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6570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 animBg="1"/>
      <p:bldP spid="12" grpId="0"/>
      <p:bldP spid="11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E43880-13D4-6571-A277-9A4C07CFFFC8}"/>
              </a:ext>
            </a:extLst>
          </p:cNvPr>
          <p:cNvSpPr txBox="1"/>
          <p:nvPr/>
        </p:nvSpPr>
        <p:spPr>
          <a:xfrm>
            <a:off x="4084189" y="292821"/>
            <a:ext cx="134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8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</a:t>
            </a:r>
            <a:r>
              <a:rPr lang="fr-FR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1FB0C-8F38-0082-A070-9E9D8DFC01D8}"/>
              </a:ext>
            </a:extLst>
          </p:cNvPr>
          <p:cNvSpPr txBox="1"/>
          <p:nvPr/>
        </p:nvSpPr>
        <p:spPr>
          <a:xfrm>
            <a:off x="269206" y="1775869"/>
            <a:ext cx="4374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1. CPAP Usage Data Alone is Not Sufficient</a:t>
            </a:r>
            <a:r>
              <a:rPr lang="en-US" sz="16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fr-FR" sz="1600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A256B4F7-CC75-47A5-5F9C-CDDA28614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62" y="2364147"/>
            <a:ext cx="251677" cy="2516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6EFECB-6992-71BF-57AC-9882FFE93A33}"/>
              </a:ext>
            </a:extLst>
          </p:cNvPr>
          <p:cNvSpPr txBox="1"/>
          <p:nvPr/>
        </p:nvSpPr>
        <p:spPr>
          <a:xfrm>
            <a:off x="832312" y="2305320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Analyzed CPAP machine usage data (AHI, leak rate, compliance hours). </a:t>
            </a:r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16303922-1F97-A65B-7DE2-77F65BCC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89800" y="2740978"/>
            <a:ext cx="251677" cy="2516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3F3236-7448-C449-C4D9-43E7E01DDF0A}"/>
              </a:ext>
            </a:extLst>
          </p:cNvPr>
          <p:cNvSpPr txBox="1"/>
          <p:nvPr/>
        </p:nvSpPr>
        <p:spPr>
          <a:xfrm>
            <a:off x="832312" y="2674652"/>
            <a:ext cx="732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Collected patient surveys to monitor therapy experience.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2ADD0-1174-C610-9C99-4AE3A271C0AF}"/>
              </a:ext>
            </a:extLst>
          </p:cNvPr>
          <p:cNvSpPr txBox="1"/>
          <p:nvPr/>
        </p:nvSpPr>
        <p:spPr>
          <a:xfrm>
            <a:off x="341880" y="3051929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ABFA4-7810-83E3-0D1E-A6A946C93848}"/>
              </a:ext>
            </a:extLst>
          </p:cNvPr>
          <p:cNvSpPr txBox="1"/>
          <p:nvPr/>
        </p:nvSpPr>
        <p:spPr>
          <a:xfrm>
            <a:off x="862775" y="4117672"/>
            <a:ext cx="8064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Surveys provide subjective feedback, but there is no objective physiological validation</a:t>
            </a: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</a:rPr>
              <a:t> or real situation of patients</a:t>
            </a: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30A07D-E839-1FBE-B02C-8CB5520B1A48}"/>
              </a:ext>
            </a:extLst>
          </p:cNvPr>
          <p:cNvSpPr txBox="1"/>
          <p:nvPr/>
        </p:nvSpPr>
        <p:spPr>
          <a:xfrm>
            <a:off x="862775" y="3078134"/>
            <a:ext cx="5819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CPAP adherence does not necessarily mean therapy success.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A6D51-90C6-90AA-8644-AAF2F43CBE42}"/>
              </a:ext>
            </a:extLst>
          </p:cNvPr>
          <p:cNvSpPr txBox="1"/>
          <p:nvPr/>
        </p:nvSpPr>
        <p:spPr bwMode="auto">
          <a:xfrm>
            <a:off x="332692" y="3550255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23E965-6CF3-0A65-953C-E7E1DFD464B2}"/>
              </a:ext>
            </a:extLst>
          </p:cNvPr>
          <p:cNvSpPr txBox="1"/>
          <p:nvPr/>
        </p:nvSpPr>
        <p:spPr>
          <a:xfrm>
            <a:off x="876622" y="3480535"/>
            <a:ext cx="7326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Patients may be using CPAP, but physiological markers (e.g., HRV, </a:t>
            </a:r>
            <a:r>
              <a:rPr lang="en-US" sz="1600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SpO</a:t>
            </a: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₂, BP) may still indicate poor response.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A7A50-830F-86B4-CDA6-62CEF7EADA50}"/>
              </a:ext>
            </a:extLst>
          </p:cNvPr>
          <p:cNvSpPr txBox="1"/>
          <p:nvPr/>
        </p:nvSpPr>
        <p:spPr bwMode="auto">
          <a:xfrm>
            <a:off x="341879" y="4065310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pic>
        <p:nvPicPr>
          <p:cNvPr id="29" name="Graphic 28" descr="Customer review with solid fill">
            <a:extLst>
              <a:ext uri="{FF2B5EF4-FFF2-40B4-BE49-F238E27FC236}">
                <a16:creationId xmlns:a16="http://schemas.microsoft.com/office/drawing/2014/main" id="{EBDDAF7A-A05D-6DB5-BF2A-4B144AD45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141" y="4804529"/>
            <a:ext cx="614634" cy="61463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7413A27-75F2-655F-3197-6AE2F7D08B87}"/>
              </a:ext>
            </a:extLst>
          </p:cNvPr>
          <p:cNvSpPr txBox="1"/>
          <p:nvPr/>
        </p:nvSpPr>
        <p:spPr>
          <a:xfrm>
            <a:off x="876622" y="4702447"/>
            <a:ext cx="77586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Introduce Digital Biomarkers → Physiological data (HRV, </a:t>
            </a:r>
            <a:r>
              <a:rPr lang="en-US" sz="1600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SpO</a:t>
            </a: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₂, BP, EEG) provides real-time insights into therapy effectiveness. </a:t>
            </a:r>
          </a:p>
          <a:p>
            <a:pPr marL="285750" indent="-285750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Move beyond survey-based clustering → Use biomarker-driven clustering to classify therapy response accurately. </a:t>
            </a:r>
            <a:endParaRPr lang="en-US" sz="160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US" sz="160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2F792FC-FDA3-746D-2841-710AA52E9F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BC33B1-5954-34A8-0161-475018AC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2938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  <p:bldP spid="17" grpId="0"/>
      <p:bldP spid="19" grpId="0"/>
      <p:bldP spid="21" grpId="0"/>
      <p:bldP spid="24" grpId="0"/>
      <p:bldP spid="26" grpId="0"/>
      <p:bldP spid="27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91FB0C-8F38-0082-A070-9E9D8DFC01D8}"/>
              </a:ext>
            </a:extLst>
          </p:cNvPr>
          <p:cNvSpPr txBox="1"/>
          <p:nvPr/>
        </p:nvSpPr>
        <p:spPr>
          <a:xfrm>
            <a:off x="558034" y="1620022"/>
            <a:ext cx="4374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2. No Real-Time Intervention Adjustments</a:t>
            </a:r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2ADD0-1174-C610-9C99-4AE3A271C0AF}"/>
              </a:ext>
            </a:extLst>
          </p:cNvPr>
          <p:cNvSpPr txBox="1"/>
          <p:nvPr/>
        </p:nvSpPr>
        <p:spPr>
          <a:xfrm>
            <a:off x="366755" y="2230953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A6D51-90C6-90AA-8644-AAF2F43CBE42}"/>
              </a:ext>
            </a:extLst>
          </p:cNvPr>
          <p:cNvSpPr txBox="1"/>
          <p:nvPr/>
        </p:nvSpPr>
        <p:spPr bwMode="auto">
          <a:xfrm>
            <a:off x="357567" y="2729279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pic>
        <p:nvPicPr>
          <p:cNvPr id="29" name="Graphic 28" descr="Customer review with solid fill">
            <a:extLst>
              <a:ext uri="{FF2B5EF4-FFF2-40B4-BE49-F238E27FC236}">
                <a16:creationId xmlns:a16="http://schemas.microsoft.com/office/drawing/2014/main" id="{EBDDAF7A-A05D-6DB5-BF2A-4B144AD45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299" y="3723460"/>
            <a:ext cx="614634" cy="614634"/>
          </a:xfrm>
          <a:prstGeom prst="rect">
            <a:avLst/>
          </a:prstGeom>
        </p:spPr>
      </p:pic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74EB8FE-1D7A-84FA-B189-E8740D3A99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0E17C-A910-4384-E5A2-15B7BCFC07D1}"/>
              </a:ext>
            </a:extLst>
          </p:cNvPr>
          <p:cNvSpPr txBox="1"/>
          <p:nvPr/>
        </p:nvSpPr>
        <p:spPr>
          <a:xfrm>
            <a:off x="865933" y="2165192"/>
            <a:ext cx="81705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If a patient started experiencing </a:t>
            </a: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</a:rPr>
              <a:t>aggressive</a:t>
            </a: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symptoms, there was no automatic intervention adjustment. </a:t>
            </a:r>
            <a:endParaRPr lang="fr-FR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37DA0-5663-381E-38C2-87D79058E422}"/>
              </a:ext>
            </a:extLst>
          </p:cNvPr>
          <p:cNvSpPr txBox="1"/>
          <p:nvPr/>
        </p:nvSpPr>
        <p:spPr>
          <a:xfrm>
            <a:off x="865933" y="2787084"/>
            <a:ext cx="6636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Doctors &amp; technicians received data too late to make timely interventions</a:t>
            </a:r>
            <a:endParaRPr lang="fr-FR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C4FDD-EFD3-F508-D688-37C5F95F64DE}"/>
              </a:ext>
            </a:extLst>
          </p:cNvPr>
          <p:cNvSpPr txBox="1"/>
          <p:nvPr/>
        </p:nvSpPr>
        <p:spPr>
          <a:xfrm>
            <a:off x="817415" y="3569425"/>
            <a:ext cx="83346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Develop real-time event detection models → If a biomarker signals therapy failure, the system triggers an immediate therapy adjustment. </a:t>
            </a:r>
          </a:p>
          <a:p>
            <a:pPr algn="l" rtl="0" fontAlgn="base"/>
            <a:endParaRPr lang="en-US" sz="1600" i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Adaptive intervention validation → Patient feedback + Biomarker response continuously refine therapy recommendations.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248DE-CEEC-46AA-ECFA-B27E94DB0977}"/>
              </a:ext>
            </a:extLst>
          </p:cNvPr>
          <p:cNvSpPr txBox="1"/>
          <p:nvPr/>
        </p:nvSpPr>
        <p:spPr bwMode="auto">
          <a:xfrm>
            <a:off x="4084189" y="292821"/>
            <a:ext cx="134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8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</a:t>
            </a:r>
            <a:r>
              <a:rPr lang="fr-FR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5B61A-1A78-423C-B940-CA6089E3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7313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24" grpId="0"/>
      <p:bldP spid="6" grpId="0"/>
      <p:bldP spid="9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A256B4F7-CC75-47A5-5F9C-CDDA28614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62" y="2364147"/>
            <a:ext cx="251677" cy="251677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16303922-1F97-A65B-7DE2-77F65BCC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89800" y="2740978"/>
            <a:ext cx="251677" cy="2516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62ADD0-1174-C610-9C99-4AE3A271C0AF}"/>
              </a:ext>
            </a:extLst>
          </p:cNvPr>
          <p:cNvSpPr txBox="1"/>
          <p:nvPr/>
        </p:nvSpPr>
        <p:spPr>
          <a:xfrm>
            <a:off x="341879" y="3081515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A6D51-90C6-90AA-8644-AAF2F43CBE42}"/>
              </a:ext>
            </a:extLst>
          </p:cNvPr>
          <p:cNvSpPr txBox="1"/>
          <p:nvPr/>
        </p:nvSpPr>
        <p:spPr bwMode="auto">
          <a:xfrm>
            <a:off x="332692" y="3550255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pic>
        <p:nvPicPr>
          <p:cNvPr id="29" name="Graphic 28" descr="Customer review with solid fill">
            <a:extLst>
              <a:ext uri="{FF2B5EF4-FFF2-40B4-BE49-F238E27FC236}">
                <a16:creationId xmlns:a16="http://schemas.microsoft.com/office/drawing/2014/main" id="{EBDDAF7A-A05D-6DB5-BF2A-4B144AD45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424" y="4544436"/>
            <a:ext cx="614634" cy="614634"/>
          </a:xfrm>
          <a:prstGeom prst="rect">
            <a:avLst/>
          </a:prstGeom>
        </p:spPr>
      </p:pic>
      <p:pic>
        <p:nvPicPr>
          <p:cNvPr id="3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2F792FC-FDA3-746D-2841-710AA52E9F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7FDEA2-35FB-5AE5-B1C1-577E699AF859}"/>
              </a:ext>
            </a:extLst>
          </p:cNvPr>
          <p:cNvSpPr txBox="1"/>
          <p:nvPr/>
        </p:nvSpPr>
        <p:spPr>
          <a:xfrm>
            <a:off x="341879" y="1492178"/>
            <a:ext cx="6174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3. Lack of Personalized, Multi-Factor Clustering</a:t>
            </a:r>
            <a:r>
              <a:rPr lang="en-US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79461-269A-6210-045D-E768E651B5E4}"/>
              </a:ext>
            </a:extLst>
          </p:cNvPr>
          <p:cNvSpPr txBox="1"/>
          <p:nvPr/>
        </p:nvSpPr>
        <p:spPr>
          <a:xfrm>
            <a:off x="741477" y="2313564"/>
            <a:ext cx="8627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Patients were categorized based on CPAP compliance (Adherent, Non-Adherent, Attempting). </a:t>
            </a:r>
            <a:endParaRPr lang="fr-FR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23658-0028-445F-7319-A051A09FFD99}"/>
              </a:ext>
            </a:extLst>
          </p:cNvPr>
          <p:cNvSpPr txBox="1"/>
          <p:nvPr/>
        </p:nvSpPr>
        <p:spPr>
          <a:xfrm>
            <a:off x="736035" y="2709972"/>
            <a:ext cx="6910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Clustering was based on CPAP metrics + Patient-reported adherence issues. </a:t>
            </a:r>
            <a:endParaRPr lang="fr-FR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03E23-9E9D-55EA-44FB-7AD3982D8439}"/>
              </a:ext>
            </a:extLst>
          </p:cNvPr>
          <p:cNvSpPr txBox="1"/>
          <p:nvPr/>
        </p:nvSpPr>
        <p:spPr>
          <a:xfrm>
            <a:off x="791926" y="3048526"/>
            <a:ext cx="8206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Therapy adherence is complex → Simple clustering ignores underlying physiological and behavioral factors. </a:t>
            </a:r>
            <a:endParaRPr lang="fr-FR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8204B-0A5C-32B3-7E99-2625557D1A8E}"/>
              </a:ext>
            </a:extLst>
          </p:cNvPr>
          <p:cNvSpPr txBox="1"/>
          <p:nvPr/>
        </p:nvSpPr>
        <p:spPr>
          <a:xfrm>
            <a:off x="791926" y="3649215"/>
            <a:ext cx="825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Clustering should include biomarkers → HRV, </a:t>
            </a:r>
            <a:r>
              <a:rPr lang="en-US" sz="1600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SpO</a:t>
            </a: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₂, BP, EEG provide deeper insights into therapy effectiveness. </a:t>
            </a:r>
            <a:endParaRPr lang="fr-FR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DF650A-8428-E2B9-C081-18E957911493}"/>
              </a:ext>
            </a:extLst>
          </p:cNvPr>
          <p:cNvSpPr txBox="1"/>
          <p:nvPr/>
        </p:nvSpPr>
        <p:spPr>
          <a:xfrm>
            <a:off x="888300" y="4544436"/>
            <a:ext cx="8064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Multi-modal clustering → Integrate CPAP data + Digital biomarkers + Patient surveys for dynamic patient categorization. </a:t>
            </a:r>
            <a:endParaRPr lang="fr-FR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A443CA-1A5B-BC74-B52B-F90CC843366D}"/>
              </a:ext>
            </a:extLst>
          </p:cNvPr>
          <p:cNvSpPr txBox="1"/>
          <p:nvPr/>
        </p:nvSpPr>
        <p:spPr bwMode="auto">
          <a:xfrm>
            <a:off x="4084189" y="292821"/>
            <a:ext cx="134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8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</a:t>
            </a:r>
            <a:r>
              <a:rPr lang="fr-FR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015B7-B9E2-6325-61EB-8A3FC6D7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4595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  <p:bldP spid="3" grpId="0"/>
      <p:bldP spid="6" grpId="0"/>
      <p:bldP spid="9" grpId="0"/>
      <p:bldP spid="14" grpId="0"/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062ADD0-1174-C610-9C99-4AE3A271C0AF}"/>
              </a:ext>
            </a:extLst>
          </p:cNvPr>
          <p:cNvSpPr txBox="1"/>
          <p:nvPr/>
        </p:nvSpPr>
        <p:spPr>
          <a:xfrm>
            <a:off x="281482" y="2097986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A6D51-90C6-90AA-8644-AAF2F43CBE42}"/>
              </a:ext>
            </a:extLst>
          </p:cNvPr>
          <p:cNvSpPr txBox="1"/>
          <p:nvPr/>
        </p:nvSpPr>
        <p:spPr bwMode="auto">
          <a:xfrm>
            <a:off x="272295" y="2566726"/>
            <a:ext cx="38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❌</a:t>
            </a:r>
            <a:endParaRPr lang="fr-FR"/>
          </a:p>
        </p:txBody>
      </p:sp>
      <p:pic>
        <p:nvPicPr>
          <p:cNvPr id="29" name="Graphic 28" descr="Customer review with solid fill">
            <a:extLst>
              <a:ext uri="{FF2B5EF4-FFF2-40B4-BE49-F238E27FC236}">
                <a16:creationId xmlns:a16="http://schemas.microsoft.com/office/drawing/2014/main" id="{EBDDAF7A-A05D-6DB5-BF2A-4B144AD45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" y="3775951"/>
            <a:ext cx="614634" cy="614634"/>
          </a:xfrm>
          <a:prstGeom prst="rect">
            <a:avLst/>
          </a:prstGeom>
        </p:spPr>
      </p:pic>
      <p:pic>
        <p:nvPicPr>
          <p:cNvPr id="3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2F792FC-FDA3-746D-2841-710AA52E9F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79393C-9EA3-C49C-C8B5-F306626F8C11}"/>
              </a:ext>
            </a:extLst>
          </p:cNvPr>
          <p:cNvSpPr txBox="1"/>
          <p:nvPr/>
        </p:nvSpPr>
        <p:spPr>
          <a:xfrm>
            <a:off x="472762" y="1455725"/>
            <a:ext cx="5467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WordVisi_MSFontService"/>
              </a:rPr>
              <a:t>4. Limited Stakeholder (Physician) Collaboration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C21B4-629B-392E-F5E6-1C46E44D570A}"/>
              </a:ext>
            </a:extLst>
          </p:cNvPr>
          <p:cNvSpPr txBox="1"/>
          <p:nvPr/>
        </p:nvSpPr>
        <p:spPr>
          <a:xfrm>
            <a:off x="700861" y="2093413"/>
            <a:ext cx="7110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Doctors and technicians were disconnected from real-time patient data. </a:t>
            </a:r>
            <a:endParaRPr lang="fr-FR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93F7C-5CE5-6B29-BCDF-D8D97229336D}"/>
              </a:ext>
            </a:extLst>
          </p:cNvPr>
          <p:cNvSpPr txBox="1"/>
          <p:nvPr/>
        </p:nvSpPr>
        <p:spPr>
          <a:xfrm>
            <a:off x="668219" y="2606508"/>
            <a:ext cx="7110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No structured system to notify physicians when therapy needed adjustment. </a:t>
            </a:r>
            <a:endParaRPr lang="fr-FR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E81060-7485-B35E-9D49-80DC143472A1}"/>
              </a:ext>
            </a:extLst>
          </p:cNvPr>
          <p:cNvSpPr txBox="1"/>
          <p:nvPr/>
        </p:nvSpPr>
        <p:spPr>
          <a:xfrm>
            <a:off x="669859" y="3194121"/>
            <a:ext cx="855108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Develop a structured patient pathway model → Doctors, technicians, and patients interact dynamically in a real-time data exchange framework.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1600" i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Introduce event-triggered reports → When therapy deviation occurs, physicians are notified with structured intervention recommendations.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1600" i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buFont typeface="Wingdings" panose="05000000000000000000" pitchFamily="2" charset="2"/>
              <a:buChar char="§"/>
            </a:pPr>
            <a:r>
              <a:rPr lang="en-US" sz="16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Improve technician oversight → Ensure that CPAP settings are adjusted based on real-time biomarker feedback.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19F955-BE93-ADF7-E786-3D3EE08BC2D8}"/>
              </a:ext>
            </a:extLst>
          </p:cNvPr>
          <p:cNvSpPr txBox="1"/>
          <p:nvPr/>
        </p:nvSpPr>
        <p:spPr bwMode="auto">
          <a:xfrm>
            <a:off x="4084189" y="292821"/>
            <a:ext cx="134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8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</a:t>
            </a:r>
            <a:r>
              <a:rPr lang="fr-FR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8700B-A669-09B7-9023-A7EBBB7E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3383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  <p:bldP spid="4" grpId="0"/>
      <p:bldP spid="7" grpId="0"/>
      <p:bldP spid="12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3752-E025-6911-FEFF-2049897C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239563"/>
            <a:ext cx="5654773" cy="866776"/>
          </a:xfrm>
        </p:spPr>
        <p:txBody>
          <a:bodyPr/>
          <a:lstStyle/>
          <a:p>
            <a:pPr algn="ctr"/>
            <a:r>
              <a:rPr lang="en-US" sz="2400"/>
              <a:t>A different approach to using Digital Biomarkers</a:t>
            </a:r>
            <a:endParaRPr lang="fr-FR" sz="2400"/>
          </a:p>
        </p:txBody>
      </p:sp>
      <p:pic>
        <p:nvPicPr>
          <p:cNvPr id="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218F8D96-8A50-5239-F8C6-D9F2BE20ED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103113-10DE-D7DE-34F8-7F611C3159C2}"/>
              </a:ext>
            </a:extLst>
          </p:cNvPr>
          <p:cNvSpPr/>
          <p:nvPr/>
        </p:nvSpPr>
        <p:spPr>
          <a:xfrm>
            <a:off x="330408" y="1469952"/>
            <a:ext cx="4248472" cy="45513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F5118-05A2-C09F-98B0-CDD04CE318B1}"/>
              </a:ext>
            </a:extLst>
          </p:cNvPr>
          <p:cNvSpPr/>
          <p:nvPr/>
        </p:nvSpPr>
        <p:spPr>
          <a:xfrm>
            <a:off x="4764237" y="1484784"/>
            <a:ext cx="4248472" cy="4536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60B4BAD-3E72-3BE9-AFCF-BC3C55C825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556792"/>
            <a:ext cx="720080" cy="360040"/>
          </a:xfrm>
          <a:prstGeom prst="rect">
            <a:avLst/>
          </a:prstGeom>
        </p:spPr>
      </p:pic>
      <p:pic>
        <p:nvPicPr>
          <p:cNvPr id="9" name="Graphic 8" descr="Doctor male with solid fill">
            <a:extLst>
              <a:ext uri="{FF2B5EF4-FFF2-40B4-BE49-F238E27FC236}">
                <a16:creationId xmlns:a16="http://schemas.microsoft.com/office/drawing/2014/main" id="{F46BF1B1-94FF-A0C6-2102-81E518DE4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4237" y="1484784"/>
            <a:ext cx="601216" cy="601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89F132-156B-EFFF-9965-D872BEC07EF5}"/>
              </a:ext>
            </a:extLst>
          </p:cNvPr>
          <p:cNvSpPr txBox="1"/>
          <p:nvPr/>
        </p:nvSpPr>
        <p:spPr>
          <a:xfrm>
            <a:off x="4790556" y="3524385"/>
            <a:ext cx="4124081" cy="1373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they want Digital Biomarkers: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fill the gap between CPAP adherence and actual treatment effectiveness by integrating DB.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enable real-time, personalized interventions based on objective biomarker-driven evidence.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improve decision trees with continuous monitoring.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77128-99A8-9909-4066-20ABCB9B23C6}"/>
              </a:ext>
            </a:extLst>
          </p:cNvPr>
          <p:cNvSpPr txBox="1"/>
          <p:nvPr/>
        </p:nvSpPr>
        <p:spPr>
          <a:xfrm>
            <a:off x="4764236" y="2015947"/>
            <a:ext cx="4124081" cy="1476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Clinical data: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Patient history, diagnostic reports, treatment response records.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CPAP data: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Usage hours, pressure settings, AHI, and leak rates.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Decision-making tree: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Based on periodic check-ups, symptoms, and static CPAP adherence data.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AB09C-2F1D-044B-6186-7EA67AA90529}"/>
              </a:ext>
            </a:extLst>
          </p:cNvPr>
          <p:cNvSpPr txBox="1"/>
          <p:nvPr/>
        </p:nvSpPr>
        <p:spPr>
          <a:xfrm>
            <a:off x="342496" y="1958694"/>
            <a:ext cx="4229504" cy="97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CPAP machine data: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Basic adherence metrics (AHI, usage compliance, leak rates).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Limited clinical insights: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Focuses on device performance rather than individual patient physiology.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3E2A6-DF31-6E71-A107-8BF532971203}"/>
              </a:ext>
            </a:extLst>
          </p:cNvPr>
          <p:cNvSpPr txBox="1"/>
          <p:nvPr/>
        </p:nvSpPr>
        <p:spPr>
          <a:xfrm>
            <a:off x="342496" y="2979157"/>
            <a:ext cx="4157496" cy="1974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we want Digital Biomarkers: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enhance CPAP monitoring by integrating physiological responses into therapy tracking.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develop smarter intervention strategies that adapt based on real-time biomarker deviations.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optimize adherence support mechanisms using AI-driven insights rather than solely relying on static CPAP metrics.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630139-FBF1-D4BC-EA00-4063583CFA4D}"/>
              </a:ext>
            </a:extLst>
          </p:cNvPr>
          <p:cNvSpPr txBox="1"/>
          <p:nvPr/>
        </p:nvSpPr>
        <p:spPr>
          <a:xfrm>
            <a:off x="301306" y="4809864"/>
            <a:ext cx="4248472" cy="841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More effective CPAP management, reduced dropout rates, and improved patient support through AI-based predictive models.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Graphic 22" descr="Target with solid fill">
            <a:extLst>
              <a:ext uri="{FF2B5EF4-FFF2-40B4-BE49-F238E27FC236}">
                <a16:creationId xmlns:a16="http://schemas.microsoft.com/office/drawing/2014/main" id="{97BDB096-618B-894D-A3F3-69343B0898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323527" y="4870617"/>
            <a:ext cx="313184" cy="3131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77CA1E1-0A7F-EF30-BE83-13C4217322C9}"/>
              </a:ext>
            </a:extLst>
          </p:cNvPr>
          <p:cNvSpPr txBox="1"/>
          <p:nvPr/>
        </p:nvSpPr>
        <p:spPr>
          <a:xfrm>
            <a:off x="4907980" y="4956476"/>
            <a:ext cx="4236019" cy="77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Goal: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More precise patient profiling, data-driven intervention strategies, and dynamic therapy adjustments to improve treatment success.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Graphic 25" descr="Target with solid fill">
            <a:extLst>
              <a:ext uri="{FF2B5EF4-FFF2-40B4-BE49-F238E27FC236}">
                <a16:creationId xmlns:a16="http://schemas.microsoft.com/office/drawing/2014/main" id="{424D07BB-6403-633B-FD6D-16C366610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4907980" y="4955164"/>
            <a:ext cx="313184" cy="31318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5CE97DA-935D-F333-A77C-34EB7DF5469A}"/>
              </a:ext>
            </a:extLst>
          </p:cNvPr>
          <p:cNvSpPr/>
          <p:nvPr/>
        </p:nvSpPr>
        <p:spPr>
          <a:xfrm>
            <a:off x="971601" y="6093296"/>
            <a:ext cx="7038528" cy="505369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718503-F0CF-0E76-1441-F5AC6B60B7E8}"/>
              </a:ext>
            </a:extLst>
          </p:cNvPr>
          <p:cNvSpPr txBox="1"/>
          <p:nvPr/>
        </p:nvSpPr>
        <p:spPr>
          <a:xfrm>
            <a:off x="1030514" y="6072903"/>
            <a:ext cx="7038528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Patients: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 personalized, adaptive, and proactive treatment model that optimizes CPAP usage based on their unique physiological responses.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45E104-D357-6B41-712A-A1D4FDD3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72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/>
      <p:bldP spid="13" grpId="0"/>
      <p:bldP spid="15" grpId="0"/>
      <p:bldP spid="17" grpId="0"/>
      <p:bldP spid="21" grpId="0"/>
      <p:bldP spid="25" grpId="0"/>
      <p:bldP spid="29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E43880-13D4-6571-A277-9A4C07CFFFC8}"/>
              </a:ext>
            </a:extLst>
          </p:cNvPr>
          <p:cNvSpPr txBox="1"/>
          <p:nvPr/>
        </p:nvSpPr>
        <p:spPr>
          <a:xfrm>
            <a:off x="4067944" y="260648"/>
            <a:ext cx="134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8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</a:t>
            </a:r>
            <a:r>
              <a:rPr lang="fr-FR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3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2F792FC-FDA3-746D-2841-710AA52E9F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pic>
        <p:nvPicPr>
          <p:cNvPr id="1026" name="Picture 2" descr="Shape">
            <a:extLst>
              <a:ext uri="{FF2B5EF4-FFF2-40B4-BE49-F238E27FC236}">
                <a16:creationId xmlns:a16="http://schemas.microsoft.com/office/drawing/2014/main" id="{59A1BA31-5A18-9BA2-CCB8-16F8251C6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4141217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360EC1-2AFC-0711-D4F1-938CF815FE60}"/>
              </a:ext>
            </a:extLst>
          </p:cNvPr>
          <p:cNvSpPr txBox="1"/>
          <p:nvPr/>
        </p:nvSpPr>
        <p:spPr>
          <a:xfrm>
            <a:off x="611559" y="1772816"/>
            <a:ext cx="803694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🔬 Scientific Reasons 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400" i="0" u="none" strike="noStrike" cap="none" normalizeH="0" baseline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Bridging the gap between patient-reported &amp; biomarker-driven adherence monitoring.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Developing a real-time, event-driven intervention system to prevent therapy failure.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fr-FR" sz="1400">
                <a:latin typeface="Aptos" panose="020B0004020202020204" pitchFamily="34" charset="0"/>
                <a:cs typeface="Segoe UI" panose="020B0502040204020203" pitchFamily="34" charset="0"/>
              </a:rPr>
              <a:t>I</a:t>
            </a: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mplementing AI-based clustering to refine therapy adjustments dynamically.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Establishing a structured, data-driven communication.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fr-FR" sz="140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fr-FR" sz="1400" i="0" u="none" strike="noStrike" cap="none" normalizeH="0" baseline="0">
              <a:ln>
                <a:noFill/>
              </a:ln>
              <a:effectLst/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fr-FR" sz="1400" i="0" u="none" strike="noStrike" cap="none" normalizeH="0" baseline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🏥 Clinical &amp; Practical Impact 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400" i="0" u="none" strike="noStrike" cap="none" normalizeH="0" baseline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Helping physicians tailor CPAP therapy based on real-time patient biomarkers.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Empowering patients with transparent feedback and self-monitoring tools.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Reducing CPAP dropout rates by identifying adherence risks early. 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Improving the collaboration between </a:t>
            </a:r>
            <a:r>
              <a:rPr kumimoji="0" lang="en-US" altLang="fr-FR" sz="1400" i="0" u="none" strike="noStrike" cap="none" normalizeH="0" baseline="0" err="1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physican</a:t>
            </a:r>
            <a:r>
              <a:rPr kumimoji="0" lang="en-US" altLang="fr-FR" sz="14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, technicians, and patients. </a:t>
            </a:r>
            <a:endParaRPr kumimoji="0" lang="en-US" altLang="fr-FR" sz="1400" i="0" u="none" strike="noStrike" cap="none" normalizeH="0" baseline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F5D8B-C8AA-F20E-1E93-E64DFA87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7470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601469-2A5A-EE8C-3ED2-FB00037D2125}"/>
              </a:ext>
            </a:extLst>
          </p:cNvPr>
          <p:cNvSpPr txBox="1"/>
          <p:nvPr/>
        </p:nvSpPr>
        <p:spPr>
          <a:xfrm>
            <a:off x="1635626" y="249405"/>
            <a:ext cx="6359024" cy="84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Categories of Digital Biomarkers in CPAP Therapy</a:t>
            </a:r>
            <a:endParaRPr lang="fr-FR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F7D48-7448-9679-BD27-110B30BD0FF1}"/>
              </a:ext>
            </a:extLst>
          </p:cNvPr>
          <p:cNvSpPr txBox="1"/>
          <p:nvPr/>
        </p:nvSpPr>
        <p:spPr>
          <a:xfrm>
            <a:off x="467544" y="1556792"/>
            <a:ext cx="6092288" cy="164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A. Respiratory Biomarkers (Breathing Function &amp; Sleep Apnea Severity)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Apnea-Hypopnea Events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Respiratory Rate &amp; Variability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Snoring Intensity &amp; Frequency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 Airway Resistance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7A6FC-1C48-BDCA-FABF-FAB70D9A0132}"/>
              </a:ext>
            </a:extLst>
          </p:cNvPr>
          <p:cNvSpPr txBox="1"/>
          <p:nvPr/>
        </p:nvSpPr>
        <p:spPr>
          <a:xfrm>
            <a:off x="467544" y="3356992"/>
            <a:ext cx="6270413" cy="131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B. Oxygenation Biomarkers (Sleep Hypoxia &amp; Cardiovascular Risks)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SpO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₂ Levels (Blood Oxygen Saturation)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Oxygen Desaturation Index (ODI)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Cumulative Hypoxic Burden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8A0C79-2B2F-974C-40BC-93188F8322C7}"/>
              </a:ext>
            </a:extLst>
          </p:cNvPr>
          <p:cNvSpPr txBox="1"/>
          <p:nvPr/>
        </p:nvSpPr>
        <p:spPr>
          <a:xfrm>
            <a:off x="467544" y="4908490"/>
            <a:ext cx="6359024" cy="154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C. Cardiovascular &amp; Autonomic Biomarkers (Impact on Heart &amp; Nervous System)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Heart Rate Variability (HRV)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Blood Pressure Variability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ECG Morphology (Heart Electrical Activity)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E69A4-EE68-8ED5-ADFE-EED02B59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85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2AC05BB6-00E2-73CB-9EA1-40508C325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7EED02-E5C9-81E6-70DB-13976F04A69C}"/>
              </a:ext>
            </a:extLst>
          </p:cNvPr>
          <p:cNvSpPr txBox="1">
            <a:spLocks/>
          </p:cNvSpPr>
          <p:nvPr/>
        </p:nvSpPr>
        <p:spPr bwMode="auto">
          <a:xfrm>
            <a:off x="7775612" y="404664"/>
            <a:ext cx="1282341" cy="8667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3200">
                <a:solidFill>
                  <a:srgbClr val="175FA3"/>
                </a:solidFill>
                <a:latin typeface="+mj-lt"/>
                <a:ea typeface="+mj-ea"/>
                <a:cs typeface="+mj-cs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9pPr>
          </a:lstStyle>
          <a:p>
            <a:pPr algn="ctr" rtl="0"/>
            <a:r>
              <a:rPr lang="fr-FR" sz="1000"/>
              <a:t>Digital </a:t>
            </a:r>
            <a:r>
              <a:rPr lang="fr-FR" sz="1000" err="1"/>
              <a:t>Biomarkers</a:t>
            </a:r>
            <a:r>
              <a:rPr lang="fr-FR" sz="1000"/>
              <a:t> </a:t>
            </a:r>
            <a:r>
              <a:rPr lang="fr-FR" sz="1000" err="1"/>
              <a:t>map</a:t>
            </a:r>
            <a:endParaRPr lang="fr-FR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0281C-FDF3-261F-8D2C-1B5C4355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9</a:t>
            </a:fld>
            <a:endParaRPr lang="fr-FR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AF774F-1E62-837F-F03B-CDFC03D43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" r="3178" b="3210"/>
          <a:stretch/>
        </p:blipFill>
        <p:spPr>
          <a:xfrm>
            <a:off x="1458779" y="116632"/>
            <a:ext cx="6369318" cy="598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6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2AC05BB6-00E2-73CB-9EA1-40508C325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97F10C6-2DBC-EDB8-2D7F-5ECE53ECE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/>
          <a:stretch/>
        </p:blipFill>
        <p:spPr>
          <a:xfrm>
            <a:off x="1458026" y="215583"/>
            <a:ext cx="6227948" cy="63294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7EED02-E5C9-81E6-70DB-13976F04A69C}"/>
              </a:ext>
            </a:extLst>
          </p:cNvPr>
          <p:cNvSpPr txBox="1">
            <a:spLocks/>
          </p:cNvSpPr>
          <p:nvPr/>
        </p:nvSpPr>
        <p:spPr bwMode="auto">
          <a:xfrm>
            <a:off x="7042150" y="404664"/>
            <a:ext cx="2115724" cy="8667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3200">
                <a:solidFill>
                  <a:srgbClr val="175FA3"/>
                </a:solidFill>
                <a:latin typeface="+mj-lt"/>
                <a:ea typeface="+mj-ea"/>
                <a:cs typeface="+mj-cs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9pPr>
          </a:lstStyle>
          <a:p>
            <a:pPr algn="ctr" rtl="0"/>
            <a:r>
              <a:rPr lang="fr-FR" sz="1200"/>
              <a:t>Digital </a:t>
            </a:r>
            <a:r>
              <a:rPr lang="fr-FR" sz="1200" err="1"/>
              <a:t>Biomarkers</a:t>
            </a:r>
            <a:r>
              <a:rPr lang="fr-FR" sz="1200"/>
              <a:t> </a:t>
            </a:r>
            <a:r>
              <a:rPr lang="fr-FR" sz="1200" err="1"/>
              <a:t>map</a:t>
            </a:r>
            <a:endParaRPr lang="fr-FR" sz="1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0281C-FDF3-261F-8D2C-1B5C4355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0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2776ED-5AA7-93C0-0225-7CAB434378FE}"/>
              </a:ext>
            </a:extLst>
          </p:cNvPr>
          <p:cNvSpPr txBox="1"/>
          <p:nvPr/>
        </p:nvSpPr>
        <p:spPr>
          <a:xfrm>
            <a:off x="1492803" y="358189"/>
            <a:ext cx="630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fr-FR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fr-FR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Why Are Digital Biomarkers Important?</a:t>
            </a:r>
            <a:endParaRPr lang="fr-FR" altLang="fr-FR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88A8AC24-692D-0C98-A8CC-21C6537BF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415487"/>
              </p:ext>
            </p:extLst>
          </p:nvPr>
        </p:nvGraphicFramePr>
        <p:xfrm>
          <a:off x="169310" y="5694116"/>
          <a:ext cx="8848312" cy="101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A8B4C45B-991B-C917-4FC9-FA30AE136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0204259"/>
              </p:ext>
            </p:extLst>
          </p:nvPr>
        </p:nvGraphicFramePr>
        <p:xfrm>
          <a:off x="284604" y="1442128"/>
          <a:ext cx="8568952" cy="1169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455098EE-13CE-CE9E-9757-F86D4D295F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500530"/>
              </p:ext>
            </p:extLst>
          </p:nvPr>
        </p:nvGraphicFramePr>
        <p:xfrm>
          <a:off x="284604" y="2678283"/>
          <a:ext cx="8584619" cy="101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132F0403-8018-BCF7-A94A-90FCBDBE3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368956"/>
              </p:ext>
            </p:extLst>
          </p:nvPr>
        </p:nvGraphicFramePr>
        <p:xfrm>
          <a:off x="250782" y="3632016"/>
          <a:ext cx="8614761" cy="941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47CC8DD7-0FA5-DEBC-5AFE-4A468BA84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674983"/>
              </p:ext>
            </p:extLst>
          </p:nvPr>
        </p:nvGraphicFramePr>
        <p:xfrm>
          <a:off x="284604" y="4647425"/>
          <a:ext cx="8617724" cy="9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C41C6-12D4-F8AC-B6EE-B9E17EAF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7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  <p:bldGraphic spid="15" grpId="0">
        <p:bldAsOne/>
      </p:bldGraphic>
      <p:bldGraphic spid="18" grpId="0">
        <p:bldAsOne/>
      </p:bldGraphic>
      <p:bldGraphic spid="21" grpId="0">
        <p:bldAsOne/>
      </p:bldGraphic>
      <p:bldGraphic spid="24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601469-2A5A-EE8C-3ED2-FB00037D2125}"/>
              </a:ext>
            </a:extLst>
          </p:cNvPr>
          <p:cNvSpPr txBox="1"/>
          <p:nvPr/>
        </p:nvSpPr>
        <p:spPr>
          <a:xfrm>
            <a:off x="1784708" y="384919"/>
            <a:ext cx="5955643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List of Digital Biomarkers</a:t>
            </a:r>
            <a:endParaRPr lang="fr-FR" sz="2400">
              <a:solidFill>
                <a:srgbClr val="175FA3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FB4B03-6AD6-27A3-BA6F-8B9CC60AF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204497"/>
              </p:ext>
            </p:extLst>
          </p:nvPr>
        </p:nvGraphicFramePr>
        <p:xfrm>
          <a:off x="214214" y="1788432"/>
          <a:ext cx="8222431" cy="368836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643561">
                  <a:extLst>
                    <a:ext uri="{9D8B030D-6E8A-4147-A177-3AD203B41FA5}">
                      <a16:colId xmlns:a16="http://schemas.microsoft.com/office/drawing/2014/main" val="635060708"/>
                    </a:ext>
                  </a:extLst>
                </a:gridCol>
                <a:gridCol w="2193869">
                  <a:extLst>
                    <a:ext uri="{9D8B030D-6E8A-4147-A177-3AD203B41FA5}">
                      <a16:colId xmlns:a16="http://schemas.microsoft.com/office/drawing/2014/main" val="2628767015"/>
                    </a:ext>
                  </a:extLst>
                </a:gridCol>
                <a:gridCol w="1437374">
                  <a:extLst>
                    <a:ext uri="{9D8B030D-6E8A-4147-A177-3AD203B41FA5}">
                      <a16:colId xmlns:a16="http://schemas.microsoft.com/office/drawing/2014/main" val="3663226029"/>
                    </a:ext>
                  </a:extLst>
                </a:gridCol>
                <a:gridCol w="1609778">
                  <a:extLst>
                    <a:ext uri="{9D8B030D-6E8A-4147-A177-3AD203B41FA5}">
                      <a16:colId xmlns:a16="http://schemas.microsoft.com/office/drawing/2014/main" val="1291801076"/>
                    </a:ext>
                  </a:extLst>
                </a:gridCol>
                <a:gridCol w="1337849">
                  <a:extLst>
                    <a:ext uri="{9D8B030D-6E8A-4147-A177-3AD203B41FA5}">
                      <a16:colId xmlns:a16="http://schemas.microsoft.com/office/drawing/2014/main" val="1808841118"/>
                    </a:ext>
                  </a:extLst>
                </a:gridCol>
              </a:tblGrid>
              <a:tr h="2913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Device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Biomarkers Covered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Sensors Used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Clinical Relevance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Price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019637"/>
                  </a:ext>
                </a:extLst>
              </a:tr>
              <a:tr h="6004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Hexoskin Smart Shirt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HRV, Respiratory Rate, Sleep Patterns, ECG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Chest-worn sensors, ECG 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Multi-biomarker wearable ideal for continuous monitoring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effectLst/>
                        </a:rPr>
                        <a:t>800-900 EU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768701"/>
                  </a:ext>
                </a:extLst>
              </a:tr>
              <a:tr h="592997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dk1"/>
                          </a:solidFill>
                          <a:effectLst/>
                        </a:rPr>
                        <a:t>Somno-Art </a:t>
                      </a:r>
                      <a:endParaRPr lang="fr-FR" sz="1000" b="1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chemeClr val="dk1"/>
                          </a:solidFill>
                          <a:effectLst/>
                        </a:rPr>
                        <a:t>Sleep Stages, HRV, Sleep Efficiency, Sleep Latency, WASO, Sleep fragmentation</a:t>
                      </a:r>
                      <a:endParaRPr lang="fr-FR" sz="10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solidFill>
                            <a:schemeClr val="dk1"/>
                          </a:solidFill>
                          <a:effectLst/>
                        </a:rPr>
                        <a:t>ECG-based sleep stage analysis, HRV-derived sleep metrics</a:t>
                      </a:r>
                      <a:endParaRPr lang="fr-FR" sz="10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solidFill>
                            <a:schemeClr val="dk1"/>
                          </a:solidFill>
                          <a:effectLst/>
                        </a:rPr>
                        <a:t>Alternative tp PSG for sleep staging&amp; therapy effectivness tracking</a:t>
                      </a:r>
                      <a:endParaRPr lang="fr-FR" sz="10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solidFill>
                            <a:schemeClr val="dk1"/>
                          </a:solidFill>
                          <a:effectLst/>
                        </a:rPr>
                        <a:t>Renting</a:t>
                      </a:r>
                      <a:endParaRPr lang="fr-FR" sz="10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582316"/>
                  </a:ext>
                </a:extLst>
              </a:tr>
              <a:tr h="5388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Apple Watch Series 9/WHITHINGS WATCH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HRV, ECG, Blood Pressure, </a:t>
                      </a:r>
                      <a:r>
                        <a:rPr lang="en-US" sz="1000" kern="100" err="1">
                          <a:effectLst/>
                        </a:rPr>
                        <a:t>SpO</a:t>
                      </a:r>
                      <a:r>
                        <a:rPr lang="en-US" sz="1000" kern="100">
                          <a:effectLst/>
                        </a:rPr>
                        <a:t>₂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PPG, ECG, BP sensor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Best for cardiovascular biomarker tracking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effectLst/>
                        </a:rPr>
                        <a:t>300-400 EU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198268"/>
                  </a:ext>
                </a:extLst>
              </a:tr>
              <a:tr h="6004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Masimo MightySat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err="1">
                          <a:effectLst/>
                        </a:rPr>
                        <a:t>SpO</a:t>
                      </a:r>
                      <a:r>
                        <a:rPr lang="en-US" sz="1000" kern="100">
                          <a:effectLst/>
                        </a:rPr>
                        <a:t>₂, HRV, Respiratory Rate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Pulse oximeter, photoplethysmography (PPG)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High-fidelity oxygen &amp; HRV monitoring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effectLst/>
                        </a:rPr>
                        <a:t>300 EU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472425"/>
                  </a:ext>
                </a:extLst>
              </a:tr>
              <a:tr h="429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Withings BPM Core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Blood Pressure, ECG, HRV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BP cuff, ECG electrodes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Ideal for tracking cardiovascular impact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effectLst/>
                        </a:rPr>
                        <a:t>250-300 EU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223067"/>
                  </a:ext>
                </a:extLst>
              </a:tr>
              <a:tr h="6004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ResMed AirSense 11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AHI, CPAP Usage, Flow Limitations, </a:t>
                      </a:r>
                      <a:r>
                        <a:rPr lang="en-US" sz="1000" kern="100" err="1">
                          <a:effectLst/>
                        </a:rPr>
                        <a:t>SpO</a:t>
                      </a:r>
                      <a:r>
                        <a:rPr lang="en-US" sz="1000" kern="100">
                          <a:effectLst/>
                        </a:rPr>
                        <a:t>₂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CPAP-integrated airflow &amp; pulse oximeter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Best for CPAP-based respiratory monitoring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kern="100">
                          <a:effectLst/>
                        </a:rPr>
                        <a:t>-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385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DA5FE1-A74D-7D03-9314-47E349193B56}"/>
              </a:ext>
            </a:extLst>
          </p:cNvPr>
          <p:cNvSpPr txBox="1"/>
          <p:nvPr/>
        </p:nvSpPr>
        <p:spPr>
          <a:xfrm>
            <a:off x="60438" y="5571897"/>
            <a:ext cx="9001000" cy="1381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💡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Best Choice for of digital biomarkers?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Hexoskin</a:t>
            </a: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Smart Shirt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→ </a:t>
            </a: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Captures multiple respiratory + cardiovascular biomarkers in real-time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💡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Best Choice for of sleep staging&amp; </a:t>
            </a:r>
            <a:r>
              <a:rPr lang="en-US" sz="12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Cpap</a:t>
            </a: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therapy?  </a:t>
            </a:r>
            <a:r>
              <a:rPr lang="en-US" sz="1200" b="1" kern="100" err="1">
                <a:latin typeface="Aptos" panose="020B0004020202020204" pitchFamily="34" charset="0"/>
                <a:cs typeface="Arial" panose="020B0604020202020204" pitchFamily="34" charset="0"/>
              </a:rPr>
              <a:t>Somno</a:t>
            </a: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-Art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2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tank top with white text&#10;&#10;Description automatically generated">
            <a:extLst>
              <a:ext uri="{FF2B5EF4-FFF2-40B4-BE49-F238E27FC236}">
                <a16:creationId xmlns:a16="http://schemas.microsoft.com/office/drawing/2014/main" id="{568FF563-4D82-C319-7477-240800B9D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925" y="2104712"/>
            <a:ext cx="624793" cy="584397"/>
          </a:xfrm>
          <a:prstGeom prst="rect">
            <a:avLst/>
          </a:prstGeom>
        </p:spPr>
      </p:pic>
      <p:pic>
        <p:nvPicPr>
          <p:cNvPr id="10" name="Picture 9" descr="A person wearing a blue and white device&#10;&#10;Description automatically generated">
            <a:extLst>
              <a:ext uri="{FF2B5EF4-FFF2-40B4-BE49-F238E27FC236}">
                <a16:creationId xmlns:a16="http://schemas.microsoft.com/office/drawing/2014/main" id="{9237C9EA-CE1D-5502-F519-514F778619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03" b="23746"/>
          <a:stretch/>
        </p:blipFill>
        <p:spPr>
          <a:xfrm>
            <a:off x="8436287" y="2733718"/>
            <a:ext cx="708072" cy="388381"/>
          </a:xfrm>
          <a:prstGeom prst="rect">
            <a:avLst/>
          </a:prstGeom>
        </p:spPr>
      </p:pic>
      <p:pic>
        <p:nvPicPr>
          <p:cNvPr id="12" name="Picture 11" descr="A couple of watches on a table&#10;&#10;Description automatically generated">
            <a:extLst>
              <a:ext uri="{FF2B5EF4-FFF2-40B4-BE49-F238E27FC236}">
                <a16:creationId xmlns:a16="http://schemas.microsoft.com/office/drawing/2014/main" id="{AD29A427-C326-59E4-43E1-EF7E68F4D6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1" t="-4496" r="22262" b="4496"/>
          <a:stretch/>
        </p:blipFill>
        <p:spPr>
          <a:xfrm>
            <a:off x="8477925" y="3210595"/>
            <a:ext cx="624793" cy="684137"/>
          </a:xfrm>
          <a:prstGeom prst="rect">
            <a:avLst/>
          </a:prstGeom>
        </p:spPr>
      </p:pic>
      <p:pic>
        <p:nvPicPr>
          <p:cNvPr id="14" name="Picture 13" descr="A hand holding a device&#10;&#10;Description automatically generated">
            <a:extLst>
              <a:ext uri="{FF2B5EF4-FFF2-40B4-BE49-F238E27FC236}">
                <a16:creationId xmlns:a16="http://schemas.microsoft.com/office/drawing/2014/main" id="{848BEF68-59FD-E3DE-8A16-6E0BE559BC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417" y="3884211"/>
            <a:ext cx="701583" cy="660450"/>
          </a:xfrm>
          <a:prstGeom prst="rect">
            <a:avLst/>
          </a:prstGeom>
        </p:spPr>
      </p:pic>
      <p:pic>
        <p:nvPicPr>
          <p:cNvPr id="16" name="Picture 15" descr="A grey and white device with a green light&#10;&#10;Description automatically generated">
            <a:extLst>
              <a:ext uri="{FF2B5EF4-FFF2-40B4-BE49-F238E27FC236}">
                <a16:creationId xmlns:a16="http://schemas.microsoft.com/office/drawing/2014/main" id="{51B48734-87DB-5FC0-0416-C308FEA4DE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484338" y="4510210"/>
            <a:ext cx="529406" cy="395018"/>
          </a:xfrm>
          <a:prstGeom prst="rect">
            <a:avLst/>
          </a:prstGeom>
        </p:spPr>
      </p:pic>
      <p:pic>
        <p:nvPicPr>
          <p:cNvPr id="18" name="Picture 17" descr="A black electronic device with a screen&#10;&#10;Description automatically generated">
            <a:extLst>
              <a:ext uri="{FF2B5EF4-FFF2-40B4-BE49-F238E27FC236}">
                <a16:creationId xmlns:a16="http://schemas.microsoft.com/office/drawing/2014/main" id="{41F88701-4406-9DDF-9603-EA508A6668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925" y="5020458"/>
            <a:ext cx="666075" cy="38838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5DB96-3ACA-AA99-FBF6-C598C2DA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025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13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703043" y="328855"/>
            <a:ext cx="5880789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New Clinical Indicators from </a:t>
            </a: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Resmed</a:t>
            </a:r>
            <a:endParaRPr lang="fr-FR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C4E03-CE9E-F7E0-7905-C1F52F61488E}"/>
              </a:ext>
            </a:extLst>
          </p:cNvPr>
          <p:cNvSpPr txBox="1"/>
          <p:nvPr/>
        </p:nvSpPr>
        <p:spPr>
          <a:xfrm>
            <a:off x="365125" y="1358979"/>
            <a:ext cx="5768975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 </a:t>
            </a:r>
            <a:r>
              <a:rPr lang="fr-FR" sz="12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Demographics</a:t>
            </a:r>
            <a:r>
              <a:rPr lang="fr-FR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&amp; </a:t>
            </a:r>
            <a:r>
              <a:rPr lang="fr-FR" sz="12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Environment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69A2D8C-0CB0-0B51-D77C-E5CEDBB34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244696"/>
              </p:ext>
            </p:extLst>
          </p:nvPr>
        </p:nvGraphicFramePr>
        <p:xfrm>
          <a:off x="869082" y="1674002"/>
          <a:ext cx="6991500" cy="2564623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550774">
                  <a:extLst>
                    <a:ext uri="{9D8B030D-6E8A-4147-A177-3AD203B41FA5}">
                      <a16:colId xmlns:a16="http://schemas.microsoft.com/office/drawing/2014/main" val="1186178662"/>
                    </a:ext>
                  </a:extLst>
                </a:gridCol>
                <a:gridCol w="4440726">
                  <a:extLst>
                    <a:ext uri="{9D8B030D-6E8A-4147-A177-3AD203B41FA5}">
                      <a16:colId xmlns:a16="http://schemas.microsoft.com/office/drawing/2014/main" val="3622047908"/>
                    </a:ext>
                  </a:extLst>
                </a:gridCol>
              </a:tblGrid>
              <a:tr h="2786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Data Field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87354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Patient Age &amp; DOB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Helps adjust therapy pressure based on age-related lung function changes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30139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Gender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Women may have different OSA patterns and CPAP adherence levels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73229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Body Mass Index (BMI)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Obesity influences CPAP pressure needs &amp; alternative therapy options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7590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Height (cm)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Used for tidal volume &amp; respiratory calculations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49546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Smoking History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Smoking impacts airway inflammation &amp; therapy effectiveness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40221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Location (Environmental Factors)</a:t>
                      </a:r>
                      <a:endParaRPr lang="fr-FR" sz="1000" b="1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Altitude and air quality may affect oxygenation and therapy efficacy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83394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A31CB47-BC5F-501F-12EC-820BF2E7EA16}"/>
              </a:ext>
            </a:extLst>
          </p:cNvPr>
          <p:cNvSpPr txBox="1"/>
          <p:nvPr/>
        </p:nvSpPr>
        <p:spPr>
          <a:xfrm>
            <a:off x="500063" y="4236245"/>
            <a:ext cx="6353175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B. Sleep &amp; Respiratory Event Tracking</a:t>
            </a:r>
            <a:endParaRPr lang="fr-FR" sz="1200" b="1" kern="10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547AD40-6D70-F7CE-3407-0288A1A86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20719"/>
              </p:ext>
            </p:extLst>
          </p:nvPr>
        </p:nvGraphicFramePr>
        <p:xfrm>
          <a:off x="869082" y="4551268"/>
          <a:ext cx="6991500" cy="220919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674218">
                  <a:extLst>
                    <a:ext uri="{9D8B030D-6E8A-4147-A177-3AD203B41FA5}">
                      <a16:colId xmlns:a16="http://schemas.microsoft.com/office/drawing/2014/main" val="2677155072"/>
                    </a:ext>
                  </a:extLst>
                </a:gridCol>
                <a:gridCol w="4317282">
                  <a:extLst>
                    <a:ext uri="{9D8B030D-6E8A-4147-A177-3AD203B41FA5}">
                      <a16:colId xmlns:a16="http://schemas.microsoft.com/office/drawing/2014/main" val="350141262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Data Field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5485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Apnea-Hypopnea Index (AHI)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OSA severity and therapy adjustments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56232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Oxygen Desaturation Index (ODI)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Tracks hypoxia burden &amp; cardiovascular risks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0206793"/>
                  </a:ext>
                </a:extLst>
              </a:tr>
              <a:tr h="41849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Cheyne-Stokes Respiration (CSR) Duration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Identifies cardiovascular risks &amp; heart failure association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87479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Central Apnea Index (CAI)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Differentiates central vs. obstructive apnea for treatment optimization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81523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Obstructive Apnea Index (OAI)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Confirms airway collapse severity for CPAP vs. MAD therapy selection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9765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7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14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715668" y="320947"/>
            <a:ext cx="5837656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New Clinical Indicators from </a:t>
            </a: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Resmed</a:t>
            </a:r>
            <a:endParaRPr lang="fr-FR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1C03F-5647-EAAE-5F73-1048AFF3892C}"/>
              </a:ext>
            </a:extLst>
          </p:cNvPr>
          <p:cNvSpPr txBox="1"/>
          <p:nvPr/>
        </p:nvSpPr>
        <p:spPr>
          <a:xfrm>
            <a:off x="438149" y="1409829"/>
            <a:ext cx="7115175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C. CPAP Therapy Compliance &amp; Adherence Metrics 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3D96CB-EBB4-891F-482B-84C8E7B8E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178982"/>
              </p:ext>
            </p:extLst>
          </p:nvPr>
        </p:nvGraphicFramePr>
        <p:xfrm>
          <a:off x="879476" y="1780634"/>
          <a:ext cx="7115174" cy="1576929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3445242">
                  <a:extLst>
                    <a:ext uri="{9D8B030D-6E8A-4147-A177-3AD203B41FA5}">
                      <a16:colId xmlns:a16="http://schemas.microsoft.com/office/drawing/2014/main" val="3803770682"/>
                    </a:ext>
                  </a:extLst>
                </a:gridCol>
                <a:gridCol w="3669932">
                  <a:extLst>
                    <a:ext uri="{9D8B030D-6E8A-4147-A177-3AD203B41FA5}">
                      <a16:colId xmlns:a16="http://schemas.microsoft.com/office/drawing/2014/main" val="140510651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Data Field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6706584"/>
                  </a:ext>
                </a:extLst>
              </a:tr>
              <a:tr h="2942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Total Usage Hours per Night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Key CPAP adherence metric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5027606"/>
                  </a:ext>
                </a:extLst>
              </a:tr>
              <a:tr h="3071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Percentage of Nights ≥ 4 Hours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long-term therapy success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281138"/>
                  </a:ext>
                </a:extLst>
              </a:tr>
              <a:tr h="4275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Mask Leak Rate (50th, 95th Percentile, Maximum)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High leak rates reduce therapy efficiency and patient comfort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6740584"/>
                  </a:ext>
                </a:extLst>
              </a:tr>
              <a:tr h="2622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Session Start &amp; Stop Times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Helps detect sleep disruption patterns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02796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FE17856-C191-3B56-12B9-6D967916DE61}"/>
              </a:ext>
            </a:extLst>
          </p:cNvPr>
          <p:cNvSpPr txBox="1"/>
          <p:nvPr/>
        </p:nvSpPr>
        <p:spPr>
          <a:xfrm>
            <a:off x="542925" y="3418828"/>
            <a:ext cx="6661150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D. Device &amp; Therapy Settings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1908DFB-2CE7-5230-B8FF-177E5FAC3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438818"/>
              </p:ext>
            </p:extLst>
          </p:nvPr>
        </p:nvGraphicFramePr>
        <p:xfrm>
          <a:off x="879476" y="3792388"/>
          <a:ext cx="7115174" cy="1892255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3873499">
                  <a:extLst>
                    <a:ext uri="{9D8B030D-6E8A-4147-A177-3AD203B41FA5}">
                      <a16:colId xmlns:a16="http://schemas.microsoft.com/office/drawing/2014/main" val="1113661908"/>
                    </a:ext>
                  </a:extLst>
                </a:gridCol>
                <a:gridCol w="3241675">
                  <a:extLst>
                    <a:ext uri="{9D8B030D-6E8A-4147-A177-3AD203B41FA5}">
                      <a16:colId xmlns:a16="http://schemas.microsoft.com/office/drawing/2014/main" val="2294237136"/>
                    </a:ext>
                  </a:extLst>
                </a:gridCol>
              </a:tblGrid>
              <a:tr h="2749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Data Field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4447986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Therapy Mode (CPAP, BiPAP, AutoPAP)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respiratory support level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02387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Expiratory Positive Airway Pressure (EPAP) Trends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Critical for BiPAP users &amp; neuromuscular patients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0838683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Peak Inspiratory Pressure (IPAP) Trends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Tracks lung function &amp; airway resistance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135929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Tidal Volume &amp; Minute Ventilation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Measures breathing efficiency &amp; therapy impact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509254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Respiratory Rate (Median, Max, 5th/95th Percentiles)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Tracks breathing stability during sleep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6505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164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15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205575" y="199181"/>
            <a:ext cx="6655007" cy="1215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Selection Database Structure for Wearable Devices &amp; Digital Biomarkers</a:t>
            </a:r>
          </a:p>
          <a:p>
            <a:pPr marL="457200" indent="-228600" algn="ctr" rtl="0">
              <a:lnSpc>
                <a:spcPct val="107000"/>
              </a:lnSpc>
            </a:pPr>
            <a:r>
              <a:rPr lang="en-US" sz="1400" b="1" kern="1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Details &amp; Criteria Should Be Analyzed?</a:t>
            </a:r>
            <a:endParaRPr lang="fr-FR" sz="1400" kern="100">
              <a:solidFill>
                <a:schemeClr val="tx1">
                  <a:lumMod val="95000"/>
                  <a:lumOff val="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228600" algn="ctr" rtl="0">
              <a:lnSpc>
                <a:spcPct val="107000"/>
              </a:lnSpc>
            </a:pP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05624-C66C-B24A-D7E9-EDA88FC26B4C}"/>
              </a:ext>
            </a:extLst>
          </p:cNvPr>
          <p:cNvSpPr txBox="1"/>
          <p:nvPr/>
        </p:nvSpPr>
        <p:spPr>
          <a:xfrm>
            <a:off x="666749" y="1414385"/>
            <a:ext cx="3152775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A. Demographic &amp; Lifestyle Factors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A8785E7-85D4-7CA8-2228-2C13F4F68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678585"/>
              </p:ext>
            </p:extLst>
          </p:nvPr>
        </p:nvGraphicFramePr>
        <p:xfrm>
          <a:off x="666749" y="1801901"/>
          <a:ext cx="8105774" cy="311132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350961">
                  <a:extLst>
                    <a:ext uri="{9D8B030D-6E8A-4147-A177-3AD203B41FA5}">
                      <a16:colId xmlns:a16="http://schemas.microsoft.com/office/drawing/2014/main" val="2936605732"/>
                    </a:ext>
                  </a:extLst>
                </a:gridCol>
                <a:gridCol w="3140988">
                  <a:extLst>
                    <a:ext uri="{9D8B030D-6E8A-4147-A177-3AD203B41FA5}">
                      <a16:colId xmlns:a16="http://schemas.microsoft.com/office/drawing/2014/main" val="1255715893"/>
                    </a:ext>
                  </a:extLst>
                </a:gridCol>
                <a:gridCol w="3613825">
                  <a:extLst>
                    <a:ext uri="{9D8B030D-6E8A-4147-A177-3AD203B41FA5}">
                      <a16:colId xmlns:a16="http://schemas.microsoft.com/office/drawing/2014/main" val="3711521392"/>
                    </a:ext>
                  </a:extLst>
                </a:gridCol>
              </a:tblGrid>
              <a:tr h="274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Key Data to Analyze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1424293"/>
                  </a:ext>
                </a:extLst>
              </a:tr>
              <a:tr h="5989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Age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Older patients have higher CPAP intolerance, cardiovascular risks, and cognitive decline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Patient age group &lt;40, 40-60, 60+- History of hypertension, cardiovascular diseases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895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Gender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Women experience different OSA symptoms, lower AHI but worse hypoxia burden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Gender-specific CPAP adherence &amp; therapy response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620588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BMI &amp; Obesity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Higher BMI correlates with severe OSA, increased airway collapse, and CPAP resistance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BMI Classification (Normal, Overweight, Obese)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485695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Smoking History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Smoking increases airway inflammation, impacting CPAP therapy effectiveness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Pack-years of smoking history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13506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Height (cm)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Affects tidal volume, lung function estimates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Patient height input required for lung function calculations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98639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Physical Activity Levels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Lower activity levels increase autonomic dysfunction, CPAP intolerance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Daily step count, resting HRV trends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393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87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205575" y="199181"/>
            <a:ext cx="6655007" cy="1215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Selection Database Structure for Wearable Devices &amp; Digital Biomarkers</a:t>
            </a:r>
          </a:p>
          <a:p>
            <a:pPr marL="457200" indent="-228600" algn="ctr" rtl="0">
              <a:lnSpc>
                <a:spcPct val="107000"/>
              </a:lnSpc>
            </a:pPr>
            <a:r>
              <a:rPr lang="en-US" sz="1400" b="1" kern="1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Details &amp; Criteria Should Be Analyzed?</a:t>
            </a:r>
            <a:endParaRPr lang="fr-FR" sz="1400" kern="100">
              <a:solidFill>
                <a:schemeClr val="tx1">
                  <a:lumMod val="95000"/>
                  <a:lumOff val="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228600" algn="ctr" rtl="0">
              <a:lnSpc>
                <a:spcPct val="107000"/>
              </a:lnSpc>
            </a:pP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85DE3-30A5-541D-D0B4-DD2B649649AB}"/>
              </a:ext>
            </a:extLst>
          </p:cNvPr>
          <p:cNvSpPr txBox="1"/>
          <p:nvPr/>
        </p:nvSpPr>
        <p:spPr>
          <a:xfrm>
            <a:off x="552450" y="1375102"/>
            <a:ext cx="3124200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B. Physiological &amp; Clinical Indicators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6376BF-583B-49E7-8510-B76005FFB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37256"/>
              </p:ext>
            </p:extLst>
          </p:nvPr>
        </p:nvGraphicFramePr>
        <p:xfrm>
          <a:off x="638175" y="1649041"/>
          <a:ext cx="8156575" cy="2370271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073705">
                  <a:extLst>
                    <a:ext uri="{9D8B030D-6E8A-4147-A177-3AD203B41FA5}">
                      <a16:colId xmlns:a16="http://schemas.microsoft.com/office/drawing/2014/main" val="1514344126"/>
                    </a:ext>
                  </a:extLst>
                </a:gridCol>
                <a:gridCol w="3456176">
                  <a:extLst>
                    <a:ext uri="{9D8B030D-6E8A-4147-A177-3AD203B41FA5}">
                      <a16:colId xmlns:a16="http://schemas.microsoft.com/office/drawing/2014/main" val="2604239865"/>
                    </a:ext>
                  </a:extLst>
                </a:gridCol>
                <a:gridCol w="2626694">
                  <a:extLst>
                    <a:ext uri="{9D8B030D-6E8A-4147-A177-3AD203B41FA5}">
                      <a16:colId xmlns:a16="http://schemas.microsoft.com/office/drawing/2014/main" val="812559981"/>
                    </a:ext>
                  </a:extLst>
                </a:gridCol>
              </a:tblGrid>
              <a:tr h="2646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Key Data to Analyze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186538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OSA Severity (AHI, ODI, RDI levels)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CPAP requirement alternative therapy (MAD, HNS)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AHI classification: Mild (5-15), Moderate (15-30), Severe (30+)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909848"/>
                  </a:ext>
                </a:extLst>
              </a:tr>
              <a:tr h="4451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Oxygen Desaturation (ODI &lt;90%)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Indicates hypoxia burden and cardiovascular stress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Nocturnal SpO₂ drops (frequency, severity)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598013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Heart Rate Variability (HRV) &amp; Autonomic Function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Tracks sympathetic overactivation and CPAP adherence prediction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HRV trends, LF/HF ratio, Nocturnal BP surges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0831169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Central vs. Obstructive Apnea Events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Helps differentiate CPAP vs. BiPAP or ASV requirements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1000" kern="100">
                          <a:effectLst/>
                        </a:rPr>
                        <a:t>Central Apnea Index (CAI), Obstructive Apnea Index (OAI)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0725103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Upper Airway Resistance (UAR)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airway collapse risk for therapy adjustments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 pressure requirements, snoring intensity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29962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804776-8C68-6136-F03C-F1C4B4EADB4E}"/>
              </a:ext>
            </a:extLst>
          </p:cNvPr>
          <p:cNvSpPr txBox="1"/>
          <p:nvPr/>
        </p:nvSpPr>
        <p:spPr>
          <a:xfrm>
            <a:off x="552450" y="4112391"/>
            <a:ext cx="4572000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latin typeface="Aptos" panose="020B0004020202020204" pitchFamily="34" charset="0"/>
                <a:cs typeface="Arial" panose="020B0604020202020204" pitchFamily="34" charset="0"/>
              </a:rPr>
              <a:t>C. CPAP Therapy Compliance &amp; Adherence Metrics</a:t>
            </a:r>
            <a:endParaRPr lang="fr-FR" sz="1200" b="1" kern="10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E51185-0FBD-F0B5-B229-BEF917456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34136"/>
              </p:ext>
            </p:extLst>
          </p:nvPr>
        </p:nvGraphicFramePr>
        <p:xfrm>
          <a:off x="638175" y="4461073"/>
          <a:ext cx="8156575" cy="1627942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691513">
                  <a:extLst>
                    <a:ext uri="{9D8B030D-6E8A-4147-A177-3AD203B41FA5}">
                      <a16:colId xmlns:a16="http://schemas.microsoft.com/office/drawing/2014/main" val="3256400031"/>
                    </a:ext>
                  </a:extLst>
                </a:gridCol>
                <a:gridCol w="2933711">
                  <a:extLst>
                    <a:ext uri="{9D8B030D-6E8A-4147-A177-3AD203B41FA5}">
                      <a16:colId xmlns:a16="http://schemas.microsoft.com/office/drawing/2014/main" val="700068085"/>
                    </a:ext>
                  </a:extLst>
                </a:gridCol>
                <a:gridCol w="2531351">
                  <a:extLst>
                    <a:ext uri="{9D8B030D-6E8A-4147-A177-3AD203B41FA5}">
                      <a16:colId xmlns:a16="http://schemas.microsoft.com/office/drawing/2014/main" val="853526805"/>
                    </a:ext>
                  </a:extLst>
                </a:gridCol>
              </a:tblGrid>
              <a:tr h="2442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Key Data to Analyze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552888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Total Usage Hours per Night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Identifies adherence trends and CPAP tolerance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Session durations, frequency of interruptions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70988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Percentage of Nights ≥ 4 Hours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Determines long-term therapy success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Percentage of nights meeting usage threshold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920383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Mask Leak Rate (50th, 95th Percentile, Maximum)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High leak rates reduce therapy efficiency and patient comfort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Leakage trend analysis, mask fit indicators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058788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Session Start &amp; Stop Times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Helps detect sleep disruption patterns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Daily therapy start/stop tracking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0246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919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17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205575" y="199181"/>
            <a:ext cx="6655007" cy="1215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Selection Database Structure for Wearable Devices &amp; Digital Biomarkers</a:t>
            </a:r>
          </a:p>
          <a:p>
            <a:pPr marL="457200" indent="-228600" algn="ctr" rtl="0">
              <a:lnSpc>
                <a:spcPct val="107000"/>
              </a:lnSpc>
            </a:pPr>
            <a:r>
              <a:rPr lang="en-US" sz="1400" b="1" kern="1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Details &amp; Criteria Should Be Analyzed?</a:t>
            </a:r>
            <a:endParaRPr lang="fr-FR" sz="1400" kern="100">
              <a:solidFill>
                <a:schemeClr val="tx1">
                  <a:lumMod val="95000"/>
                  <a:lumOff val="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228600" algn="ctr" rtl="0">
              <a:lnSpc>
                <a:spcPct val="107000"/>
              </a:lnSpc>
            </a:pP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90978-3275-E914-BB30-3B572795ED2B}"/>
              </a:ext>
            </a:extLst>
          </p:cNvPr>
          <p:cNvSpPr txBox="1"/>
          <p:nvPr/>
        </p:nvSpPr>
        <p:spPr>
          <a:xfrm>
            <a:off x="619125" y="1375102"/>
            <a:ext cx="2905125" cy="28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D. Behavioral &amp; Psychological Factors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76C0021-07D7-D7FE-8733-581B518EB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909469"/>
              </p:ext>
            </p:extLst>
          </p:nvPr>
        </p:nvGraphicFramePr>
        <p:xfrm>
          <a:off x="690562" y="1658256"/>
          <a:ext cx="8110538" cy="1846828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043113">
                  <a:extLst>
                    <a:ext uri="{9D8B030D-6E8A-4147-A177-3AD203B41FA5}">
                      <a16:colId xmlns:a16="http://schemas.microsoft.com/office/drawing/2014/main" val="2803527132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721772736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310048592"/>
                    </a:ext>
                  </a:extLst>
                </a:gridCol>
              </a:tblGrid>
              <a:tr h="3228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Why It Matters?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Key Data to Analyze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4794282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 Adherence Patterns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Patients with poor adherence require telemonitoring &amp; interventions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 usage hours, therapy interruptions, mask fit issues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2693807"/>
                  </a:ext>
                </a:extLst>
              </a:tr>
              <a:tr h="5022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Claustrophobia &amp; Mask Discomfort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Higher dropout rates in patients with mask intolerance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Self-reported discomfort, mask fit issues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7130819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Cognitive Impairment (Dementia, ADHD)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Forgetfulness reduces long-term CPAP compliance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Memory screening (MMSE, MoCA), adherence reports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45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247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807A-6682-917E-CCBF-7676C2F7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18</a:t>
            </a:fld>
            <a:endParaRPr lang="fr-FR"/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10F6651-B100-BCD6-52F8-5F21D83851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192DC-0262-46CF-A733-5E11D81E5ECD}"/>
              </a:ext>
            </a:extLst>
          </p:cNvPr>
          <p:cNvSpPr txBox="1"/>
          <p:nvPr/>
        </p:nvSpPr>
        <p:spPr>
          <a:xfrm>
            <a:off x="1315934" y="368560"/>
            <a:ext cx="6655007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Categorizing Patients Based on CPAP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22C741-C259-49AB-FB33-6891B915D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52085"/>
              </p:ext>
            </p:extLst>
          </p:nvPr>
        </p:nvGraphicFramePr>
        <p:xfrm>
          <a:off x="257175" y="1943100"/>
          <a:ext cx="8629650" cy="3786925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992312">
                  <a:extLst>
                    <a:ext uri="{9D8B030D-6E8A-4147-A177-3AD203B41FA5}">
                      <a16:colId xmlns:a16="http://schemas.microsoft.com/office/drawing/2014/main" val="2226741923"/>
                    </a:ext>
                  </a:extLst>
                </a:gridCol>
                <a:gridCol w="3120211">
                  <a:extLst>
                    <a:ext uri="{9D8B030D-6E8A-4147-A177-3AD203B41FA5}">
                      <a16:colId xmlns:a16="http://schemas.microsoft.com/office/drawing/2014/main" val="1777939827"/>
                    </a:ext>
                  </a:extLst>
                </a:gridCol>
                <a:gridCol w="3517127">
                  <a:extLst>
                    <a:ext uri="{9D8B030D-6E8A-4147-A177-3AD203B41FA5}">
                      <a16:colId xmlns:a16="http://schemas.microsoft.com/office/drawing/2014/main" val="2433180210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Patient Category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Key Indicators from Data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Wearable/Digital Biomarker Recommendations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8503604"/>
                  </a:ext>
                </a:extLst>
              </a:tr>
              <a:tr h="6934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Severe OSA with Cardiovascular Risk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AHI &gt;30, frequent </a:t>
                      </a:r>
                      <a:r>
                        <a:rPr lang="en-US" sz="1000" kern="100" err="1">
                          <a:effectLst/>
                        </a:rPr>
                        <a:t>SpO</a:t>
                      </a:r>
                      <a:r>
                        <a:rPr lang="en-US" sz="1000" kern="100">
                          <a:effectLst/>
                        </a:rPr>
                        <a:t>₂ desaturations- Cheyne-Stokes Breathing (CSR)- Nocturnal hypertension &amp; HRV abnormalities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HRV Monitors (Whoop Strap, Polar H10) BP Wearables (Omron </a:t>
                      </a:r>
                      <a:r>
                        <a:rPr lang="en-US" sz="1000" kern="100" err="1">
                          <a:effectLst/>
                        </a:rPr>
                        <a:t>HeartGuide</a:t>
                      </a:r>
                      <a:r>
                        <a:rPr lang="en-US" sz="1000" kern="100">
                          <a:effectLst/>
                        </a:rPr>
                        <a:t>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2254464"/>
                  </a:ext>
                </a:extLst>
              </a:tr>
              <a:tr h="7052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 Non-Adherent with High Mask Leak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Leak rate &gt;95th percentile, frequent mask adjustments- Session interruptions &amp; discomfort reports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AI-Powered Sleep Trackers (Oura Ring, </a:t>
                      </a:r>
                      <a:r>
                        <a:rPr lang="en-US" sz="1000" kern="100" err="1">
                          <a:effectLst/>
                        </a:rPr>
                        <a:t>SleepScore</a:t>
                      </a:r>
                      <a:r>
                        <a:rPr lang="en-US" sz="1000" kern="100">
                          <a:effectLst/>
                        </a:rPr>
                        <a:t> Max, Fitbit Sense) Real-time Leak Monitoring (</a:t>
                      </a:r>
                      <a:r>
                        <a:rPr lang="en-US" sz="1000" kern="100" err="1">
                          <a:effectLst/>
                        </a:rPr>
                        <a:t>Hexoskin</a:t>
                      </a:r>
                      <a:r>
                        <a:rPr lang="en-US" sz="1000" kern="100">
                          <a:effectLst/>
                        </a:rPr>
                        <a:t>, </a:t>
                      </a:r>
                      <a:r>
                        <a:rPr lang="en-US" sz="1000" kern="100" err="1">
                          <a:effectLst/>
                        </a:rPr>
                        <a:t>Withings</a:t>
                      </a:r>
                      <a:r>
                        <a:rPr lang="en-US" sz="1000" kern="100">
                          <a:effectLst/>
                        </a:rPr>
                        <a:t> Sleep Analyzer)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1245748"/>
                  </a:ext>
                </a:extLst>
              </a:tr>
              <a:tr h="575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Positional OSA Patients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AHI fluctuates significantly between supine &amp; non-supine sleep- Snoring detected more frequently in back position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Positional Therapy Sensors (NightBalance, SleepScore Max)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2359737"/>
                  </a:ext>
                </a:extLst>
              </a:tr>
              <a:tr h="6463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Mild-Moderate OSA with CPAP Intolerance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CPAP usage &lt;4 hours/night, patient-reported discomfort- Lower AHI but high daytime sleepiness score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Alternative Therapy Tracking (Mandibular Devices, Myofunctional Therapy Apps)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6389492"/>
                  </a:ext>
                </a:extLst>
              </a:tr>
              <a:tr h="6993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Neuromuscular Patients on BiPAP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 High reliance on machine-triggered breaths- Frequent backup rate adjustments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Ventilation Monitoring Wearables (ResMed Astral, Ventec VOCSN)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0685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449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3598813B-49AF-7052-B2B3-66A5B625DACA}"/>
              </a:ext>
            </a:extLst>
          </p:cNvPr>
          <p:cNvSpPr txBox="1">
            <a:spLocks/>
          </p:cNvSpPr>
          <p:nvPr/>
        </p:nvSpPr>
        <p:spPr bwMode="auto">
          <a:xfrm>
            <a:off x="0" y="3691939"/>
            <a:ext cx="4643439" cy="136207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4000" b="0" cap="small">
                <a:solidFill>
                  <a:srgbClr val="175FA3"/>
                </a:solidFill>
                <a:latin typeface="+mj-lt"/>
                <a:ea typeface="+mj-ea"/>
                <a:cs typeface="+mj-cs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2"/>
                </a:solidFill>
                <a:latin typeface="Tahoma"/>
              </a:defRPr>
            </a:lvl9pPr>
          </a:lstStyle>
          <a:p>
            <a:pPr algn="ctr"/>
            <a:r>
              <a:rPr lang="fr-FR" sz="3600" b="1" err="1"/>
              <a:t>Analysis</a:t>
            </a:r>
            <a:r>
              <a:rPr lang="fr-FR" sz="3600" b="1"/>
              <a:t> of Patient Dropout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DAF75A-0178-02E0-0E63-CD8006306EFC}"/>
              </a:ext>
            </a:extLst>
          </p:cNvPr>
          <p:cNvCxnSpPr>
            <a:cxnSpLocks/>
          </p:cNvCxnSpPr>
          <p:nvPr/>
        </p:nvCxnSpPr>
        <p:spPr>
          <a:xfrm>
            <a:off x="0" y="5046141"/>
            <a:ext cx="4643438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458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3247534-8627-DBB3-006F-C251162A4D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664C59-4E06-9614-180F-6C489F1C4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05085"/>
              </p:ext>
            </p:extLst>
          </p:nvPr>
        </p:nvGraphicFramePr>
        <p:xfrm>
          <a:off x="1595438" y="2131060"/>
          <a:ext cx="6096000" cy="25958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470165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91053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9499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Unique Patients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 Duration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607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Patient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91472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/>
                        <a:t>All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StartDate</a:t>
                      </a:r>
                      <a:endParaRPr lang="fr-FR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96135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/>
                        <a:t>All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1854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42404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/>
                        <a:t>All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666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48160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/>
                        <a:t>Last 2 </a:t>
                      </a:r>
                      <a:r>
                        <a:rPr lang="fr-FR" sz="1600" err="1"/>
                        <a:t>Years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18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Intervention</a:t>
                      </a:r>
                      <a:endParaRPr lang="fr-FR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47403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/>
                        <a:t>Last 2 </a:t>
                      </a:r>
                      <a:r>
                        <a:rPr lang="fr-FR" sz="1600" err="1"/>
                        <a:t>Years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250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Survey</a:t>
                      </a:r>
                      <a:endParaRPr lang="fr-FR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45074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/>
                        <a:t>Last 2 </a:t>
                      </a:r>
                      <a:r>
                        <a:rPr lang="fr-FR" sz="1600" err="1"/>
                        <a:t>Years</a:t>
                      </a:r>
                      <a:endParaRPr lang="fr-FR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32193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1B01D3-383A-BEDC-5DD9-DD108CB1EA5F}"/>
              </a:ext>
            </a:extLst>
          </p:cNvPr>
          <p:cNvSpPr txBox="1"/>
          <p:nvPr/>
        </p:nvSpPr>
        <p:spPr>
          <a:xfrm>
            <a:off x="2357438" y="395624"/>
            <a:ext cx="4572000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fr-FR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Data sets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3B59D-74BA-D8CD-05AD-21320775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825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3247534-8627-DBB3-006F-C251162A4D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F59AB-CD28-77C8-409C-DAF29F70FB67}"/>
              </a:ext>
            </a:extLst>
          </p:cNvPr>
          <p:cNvSpPr txBox="1"/>
          <p:nvPr/>
        </p:nvSpPr>
        <p:spPr>
          <a:xfrm>
            <a:off x="210815" y="1432330"/>
            <a:ext cx="5887299" cy="302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07000"/>
              </a:lnSpc>
            </a:pPr>
            <a:r>
              <a:rPr lang="en-US" sz="1400" b="1">
                <a:latin typeface="+mj-lt"/>
                <a:ea typeface="+mj-ea"/>
                <a:cs typeface="+mj-cs"/>
              </a:rPr>
              <a:t>Defining Adherent, Attempted, Not Adherent 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FF717-2B2B-5FF9-9A36-CD1689F4EFA5}"/>
              </a:ext>
            </a:extLst>
          </p:cNvPr>
          <p:cNvSpPr txBox="1"/>
          <p:nvPr/>
        </p:nvSpPr>
        <p:spPr>
          <a:xfrm>
            <a:off x="210815" y="1860673"/>
            <a:ext cx="82156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>
                <a:latin typeface="Aptos" panose="020B0004020202020204" pitchFamily="34" charset="0"/>
              </a:rPr>
              <a:t>Categorize Patients by Usage: Patients are divided into categories based on how much they use their devices daily.</a:t>
            </a:r>
          </a:p>
          <a:p>
            <a:pPr algn="just"/>
            <a:endParaRPr lang="en-US" sz="1400">
              <a:latin typeface="Aptos" panose="020B0004020202020204" pitchFamily="34" charset="0"/>
            </a:endParaRPr>
          </a:p>
          <a:p>
            <a:pPr algn="just"/>
            <a:r>
              <a:rPr lang="en-US" sz="1400" b="1">
                <a:latin typeface="Aptos" panose="020B0004020202020204" pitchFamily="34" charset="0"/>
              </a:rPr>
              <a:t>Not Adherent: </a:t>
            </a:r>
            <a:r>
              <a:rPr lang="en-US" sz="1400">
                <a:latin typeface="Aptos" panose="020B0004020202020204" pitchFamily="34" charset="0"/>
              </a:rPr>
              <a:t>Low Usage (&lt; 2 hours per day)- 2677 Unique patients</a:t>
            </a:r>
          </a:p>
          <a:p>
            <a:pPr algn="just"/>
            <a:endParaRPr lang="en-US" sz="1400">
              <a:latin typeface="Aptos" panose="020B0004020202020204" pitchFamily="34" charset="0"/>
            </a:endParaRPr>
          </a:p>
          <a:p>
            <a:pPr algn="just"/>
            <a:r>
              <a:rPr lang="en-US" sz="1400" b="1">
                <a:latin typeface="Aptos" panose="020B0004020202020204" pitchFamily="34" charset="0"/>
              </a:rPr>
              <a:t>Attempted: </a:t>
            </a:r>
            <a:r>
              <a:rPr lang="en-US" sz="1400">
                <a:latin typeface="Aptos" panose="020B0004020202020204" pitchFamily="34" charset="0"/>
              </a:rPr>
              <a:t>Medium Usage (2-4 hours per day)- 3522 Unique patients</a:t>
            </a:r>
          </a:p>
          <a:p>
            <a:pPr algn="just"/>
            <a:endParaRPr lang="en-US" sz="1400">
              <a:latin typeface="Aptos" panose="020B0004020202020204" pitchFamily="34" charset="0"/>
            </a:endParaRPr>
          </a:p>
          <a:p>
            <a:pPr algn="just"/>
            <a:r>
              <a:rPr lang="en-US" sz="1400">
                <a:latin typeface="Aptos" panose="020B0004020202020204" pitchFamily="34" charset="0"/>
              </a:rPr>
              <a:t>High Usage (&gt; 6 hours per day) But usage &gt; 4 are Adherent with 41961 Unique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F98D8-50D1-886E-9BB8-FC400392BD25}"/>
              </a:ext>
            </a:extLst>
          </p:cNvPr>
          <p:cNvSpPr txBox="1"/>
          <p:nvPr/>
        </p:nvSpPr>
        <p:spPr>
          <a:xfrm>
            <a:off x="210815" y="3802764"/>
            <a:ext cx="4572000" cy="302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07000"/>
              </a:lnSpc>
            </a:pPr>
            <a:r>
              <a:rPr lang="en-US" sz="1400" b="1">
                <a:latin typeface="+mj-lt"/>
                <a:ea typeface="+mj-ea"/>
                <a:cs typeface="+mj-cs"/>
              </a:rPr>
              <a:t>Analysis Steps to prepare Data sets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ACCE6-9415-3BDC-3E09-A921A19916DD}"/>
              </a:ext>
            </a:extLst>
          </p:cNvPr>
          <p:cNvSpPr txBox="1"/>
          <p:nvPr/>
        </p:nvSpPr>
        <p:spPr>
          <a:xfrm>
            <a:off x="115506" y="4231107"/>
            <a:ext cx="8743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Including mask and birthdate: combining the patient usage data with their demographic information, such as birthdate and gender. </a:t>
            </a:r>
            <a:endParaRPr lang="fr-FR" sz="140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BE5CA-0E4D-A56D-04A9-55F25D3EA245}"/>
              </a:ext>
            </a:extLst>
          </p:cNvPr>
          <p:cNvSpPr txBox="1"/>
          <p:nvPr/>
        </p:nvSpPr>
        <p:spPr>
          <a:xfrm>
            <a:off x="115505" y="4748554"/>
            <a:ext cx="6678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Including start date of therapy and end date of the therapy</a:t>
            </a:r>
            <a:endParaRPr lang="fr-FR" sz="140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DC2A2-9B24-0F02-E6EF-314CDAA1364C}"/>
              </a:ext>
            </a:extLst>
          </p:cNvPr>
          <p:cNvSpPr txBox="1"/>
          <p:nvPr/>
        </p:nvSpPr>
        <p:spPr>
          <a:xfrm>
            <a:off x="115505" y="5137303"/>
            <a:ext cx="44639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Including survey and Intervention data sets</a:t>
            </a:r>
            <a:endParaRPr lang="fr-FR" sz="140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96425-7ACC-B4C8-7D55-B390A2F882BB}"/>
              </a:ext>
            </a:extLst>
          </p:cNvPr>
          <p:cNvSpPr txBox="1"/>
          <p:nvPr/>
        </p:nvSpPr>
        <p:spPr>
          <a:xfrm>
            <a:off x="115507" y="5573778"/>
            <a:ext cx="87434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Separating the three category of patient from our final merged file: categorizing patients into three adherence groups (Adherent, Not Adherent, and Attempted) by merging patient demographic and mask data with adherence metrics. </a:t>
            </a:r>
            <a:endParaRPr lang="fr-FR" sz="140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CCD63-431B-176D-93A0-59361878DA3A}"/>
              </a:ext>
            </a:extLst>
          </p:cNvPr>
          <p:cNvSpPr txBox="1"/>
          <p:nvPr/>
        </p:nvSpPr>
        <p:spPr>
          <a:xfrm>
            <a:off x="2071178" y="344726"/>
            <a:ext cx="5144520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Analysis Steps to prepare Data sets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71001E4-3715-1D3C-BC9E-C0313566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59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A9F879-3398-718B-A890-D7E35A593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37112"/>
              </p:ext>
            </p:extLst>
          </p:nvPr>
        </p:nvGraphicFramePr>
        <p:xfrm>
          <a:off x="133383" y="1576263"/>
          <a:ext cx="52172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191450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Male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  <a:cs typeface="+mn-cs"/>
                        </a:rPr>
                        <a:t>2228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  <a:cs typeface="+mn-cs"/>
                        </a:rPr>
                        <a:t>Nasal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  <a:cs typeface="+mn-cs"/>
                        </a:rPr>
                        <a:t>61-80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1653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1210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  <a:cs typeface="+mn-cs"/>
                        </a:rPr>
                        <a:t>Facial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41-60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1024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  <a:cs typeface="+mn-cs"/>
                        </a:rPr>
                        <a:t>Narinaire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81-100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530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21-40</a:t>
                      </a:r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F5DD70-B90A-7F77-CBC7-82C22ED19130}"/>
              </a:ext>
            </a:extLst>
          </p:cNvPr>
          <p:cNvSpPr txBox="1"/>
          <p:nvPr/>
        </p:nvSpPr>
        <p:spPr>
          <a:xfrm>
            <a:off x="1943023" y="1237709"/>
            <a:ext cx="1597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err="1"/>
              <a:t>Attempter</a:t>
            </a:r>
            <a:endParaRPr lang="fr-FR" sz="1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F4CAD2-5A04-50FD-2E1D-6D0DBA4D4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162104"/>
              </p:ext>
            </p:extLst>
          </p:nvPr>
        </p:nvGraphicFramePr>
        <p:xfrm>
          <a:off x="133383" y="4417264"/>
          <a:ext cx="52172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80830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11493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125571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97860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80830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Male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Nasal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61-80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1055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Facial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41-60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Narinaire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81-100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21-40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8327E7-CB3D-262F-055E-79CC30BC1430}"/>
              </a:ext>
            </a:extLst>
          </p:cNvPr>
          <p:cNvSpPr txBox="1"/>
          <p:nvPr/>
        </p:nvSpPr>
        <p:spPr>
          <a:xfrm>
            <a:off x="1603976" y="4085471"/>
            <a:ext cx="227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Not_Adherent</a:t>
            </a:r>
            <a:endParaRPr lang="fr-FR" sz="14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01F53D-21A6-1B25-E2A8-7A3DE7B8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592571"/>
              </p:ext>
            </p:extLst>
          </p:nvPr>
        </p:nvGraphicFramePr>
        <p:xfrm>
          <a:off x="5622401" y="1576263"/>
          <a:ext cx="34170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81867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051019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29482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24686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10216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5396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8B3605-6EB6-6089-B8CB-760B5FCD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2965"/>
              </p:ext>
            </p:extLst>
          </p:nvPr>
        </p:nvGraphicFramePr>
        <p:xfrm>
          <a:off x="6375658" y="3805757"/>
          <a:ext cx="1910547" cy="18542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25571">
                  <a:extLst>
                    <a:ext uri="{9D8B030D-6E8A-4147-A177-3AD203B41FA5}">
                      <a16:colId xmlns:a16="http://schemas.microsoft.com/office/drawing/2014/main" val="60776245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56844671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6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19717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29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7529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41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3709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64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Buccal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008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1B7CC64-4D79-0630-EF01-016AE986C785}"/>
              </a:ext>
            </a:extLst>
          </p:cNvPr>
          <p:cNvSpPr txBox="1"/>
          <p:nvPr/>
        </p:nvSpPr>
        <p:spPr>
          <a:xfrm>
            <a:off x="6868898" y="1268486"/>
            <a:ext cx="1125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Adherent</a:t>
            </a:r>
            <a:endParaRPr lang="fr-FR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BA75A-2A61-EDE4-EED3-A91A7DD4C8B9}"/>
              </a:ext>
            </a:extLst>
          </p:cNvPr>
          <p:cNvSpPr txBox="1"/>
          <p:nvPr/>
        </p:nvSpPr>
        <p:spPr>
          <a:xfrm>
            <a:off x="3541005" y="317149"/>
            <a:ext cx="2448272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All Patients</a:t>
            </a:r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6D2C2D7F-20FC-052E-2D32-493696C704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1491" y="64873"/>
            <a:ext cx="1152127" cy="576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4690C-98AB-2B2D-5296-9010129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68029" y="6425241"/>
            <a:ext cx="1905000" cy="223838"/>
          </a:xfrm>
        </p:spPr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42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A9F879-3398-718B-A890-D7E35A593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84586"/>
              </p:ext>
            </p:extLst>
          </p:nvPr>
        </p:nvGraphicFramePr>
        <p:xfrm>
          <a:off x="107504" y="1628022"/>
          <a:ext cx="4972279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946467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758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589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310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370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F5DD70-B90A-7F77-CBC7-82C22ED19130}"/>
              </a:ext>
            </a:extLst>
          </p:cNvPr>
          <p:cNvSpPr txBox="1"/>
          <p:nvPr/>
        </p:nvSpPr>
        <p:spPr>
          <a:xfrm>
            <a:off x="1917144" y="1289468"/>
            <a:ext cx="1597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err="1"/>
              <a:t>Attempter</a:t>
            </a:r>
            <a:endParaRPr lang="fr-FR" sz="1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F4CAD2-5A04-50FD-2E1D-6D0DBA4D4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912864"/>
              </p:ext>
            </p:extLst>
          </p:nvPr>
        </p:nvGraphicFramePr>
        <p:xfrm>
          <a:off x="107504" y="4469023"/>
          <a:ext cx="52172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80830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11493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125571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97860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80830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8327E7-CB3D-262F-055E-79CC30BC1430}"/>
              </a:ext>
            </a:extLst>
          </p:cNvPr>
          <p:cNvSpPr txBox="1"/>
          <p:nvPr/>
        </p:nvSpPr>
        <p:spPr>
          <a:xfrm>
            <a:off x="1578097" y="4137230"/>
            <a:ext cx="227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Not_Adherent</a:t>
            </a:r>
            <a:endParaRPr lang="fr-FR" sz="14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01F53D-21A6-1B25-E2A8-7A3DE7B8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63080"/>
              </p:ext>
            </p:extLst>
          </p:nvPr>
        </p:nvGraphicFramePr>
        <p:xfrm>
          <a:off x="5596522" y="1628022"/>
          <a:ext cx="34170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81867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051019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6625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5511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8B3605-6EB6-6089-B8CB-760B5FCD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855478"/>
              </p:ext>
            </p:extLst>
          </p:nvPr>
        </p:nvGraphicFramePr>
        <p:xfrm>
          <a:off x="6450395" y="3853062"/>
          <a:ext cx="1910547" cy="148336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25571">
                  <a:extLst>
                    <a:ext uri="{9D8B030D-6E8A-4147-A177-3AD203B41FA5}">
                      <a16:colId xmlns:a16="http://schemas.microsoft.com/office/drawing/2014/main" val="60776245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56844671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6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4264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29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2308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41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6443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1B7CC64-4D79-0630-EF01-016AE986C785}"/>
              </a:ext>
            </a:extLst>
          </p:cNvPr>
          <p:cNvSpPr txBox="1"/>
          <p:nvPr/>
        </p:nvSpPr>
        <p:spPr>
          <a:xfrm>
            <a:off x="6843019" y="1320245"/>
            <a:ext cx="1125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Adherent</a:t>
            </a:r>
            <a:endParaRPr lang="fr-FR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61AAD-987E-D514-BE87-1CF3157D4053}"/>
              </a:ext>
            </a:extLst>
          </p:cNvPr>
          <p:cNvSpPr txBox="1"/>
          <p:nvPr/>
        </p:nvSpPr>
        <p:spPr>
          <a:xfrm>
            <a:off x="2967869" y="303609"/>
            <a:ext cx="3351137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6F83E-0380-C054-F64A-EF6954EFF718}"/>
              </a:ext>
            </a:extLst>
          </p:cNvPr>
          <p:cNvSpPr txBox="1"/>
          <p:nvPr/>
        </p:nvSpPr>
        <p:spPr>
          <a:xfrm>
            <a:off x="6362507" y="5537755"/>
            <a:ext cx="1998435" cy="9812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Adherent        9234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Attempted       1180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 Adherent     518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E7F509F-8B0D-5B5E-A0B7-D295F3D40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434DCB-022E-0123-9A26-6C0928C2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defRPr/>
            </a:pPr>
            <a:fld id="{E14B4C9C-7E3A-4633-B357-D2A0DD3A5705}" type="slidenum">
              <a:rPr lang="fr-FR" smtClean="0"/>
              <a:pPr algn="ctr">
                <a:defRPr/>
              </a:pPr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43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A9F879-3398-718B-A890-D7E35A593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518088"/>
              </p:ext>
            </p:extLst>
          </p:nvPr>
        </p:nvGraphicFramePr>
        <p:xfrm>
          <a:off x="107504" y="1628022"/>
          <a:ext cx="4972279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946467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608750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1410</a:t>
                      </a:r>
                      <a:endParaRPr lang="fr-FR" sz="14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333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F5DD70-B90A-7F77-CBC7-82C22ED19130}"/>
              </a:ext>
            </a:extLst>
          </p:cNvPr>
          <p:cNvSpPr txBox="1"/>
          <p:nvPr/>
        </p:nvSpPr>
        <p:spPr>
          <a:xfrm>
            <a:off x="1917144" y="1289468"/>
            <a:ext cx="1597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err="1"/>
              <a:t>Attempter</a:t>
            </a:r>
            <a:endParaRPr lang="fr-FR" sz="1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F4CAD2-5A04-50FD-2E1D-6D0DBA4D4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86628"/>
              </p:ext>
            </p:extLst>
          </p:nvPr>
        </p:nvGraphicFramePr>
        <p:xfrm>
          <a:off x="107504" y="4469023"/>
          <a:ext cx="52172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80830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11493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125571">
                  <a:extLst>
                    <a:ext uri="{9D8B030D-6E8A-4147-A177-3AD203B41FA5}">
                      <a16:colId xmlns:a16="http://schemas.microsoft.com/office/drawing/2014/main" val="3945349732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823005899"/>
                    </a:ext>
                  </a:extLst>
                </a:gridCol>
                <a:gridCol w="978606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80830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822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726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707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8327E7-CB3D-262F-055E-79CC30BC1430}"/>
              </a:ext>
            </a:extLst>
          </p:cNvPr>
          <p:cNvSpPr txBox="1"/>
          <p:nvPr/>
        </p:nvSpPr>
        <p:spPr>
          <a:xfrm>
            <a:off x="1578097" y="4137230"/>
            <a:ext cx="227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Not_Adherent</a:t>
            </a:r>
            <a:endParaRPr lang="fr-FR" sz="14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01F53D-21A6-1B25-E2A8-7A3DE7B8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89327"/>
              </p:ext>
            </p:extLst>
          </p:nvPr>
        </p:nvGraphicFramePr>
        <p:xfrm>
          <a:off x="5596522" y="1628022"/>
          <a:ext cx="3417062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06624136"/>
                    </a:ext>
                  </a:extLst>
                </a:gridCol>
                <a:gridCol w="781867">
                  <a:extLst>
                    <a:ext uri="{9D8B030D-6E8A-4147-A177-3AD203B41FA5}">
                      <a16:colId xmlns:a16="http://schemas.microsoft.com/office/drawing/2014/main" val="682796135"/>
                    </a:ext>
                  </a:extLst>
                </a:gridCol>
                <a:gridCol w="1051019">
                  <a:extLst>
                    <a:ext uri="{9D8B030D-6E8A-4147-A177-3AD203B41FA5}">
                      <a16:colId xmlns:a16="http://schemas.microsoft.com/office/drawing/2014/main" val="300869792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046579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err="1"/>
                        <a:t>Gender</a:t>
                      </a:r>
                      <a:endParaRPr lang="fr-FR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Male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21473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61-80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18033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Female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8957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41-60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7649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26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81-100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3838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3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21-40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883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3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0-20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0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8B3605-6EB6-6089-B8CB-760B5FCD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40576"/>
              </p:ext>
            </p:extLst>
          </p:nvPr>
        </p:nvGraphicFramePr>
        <p:xfrm>
          <a:off x="6450395" y="3884854"/>
          <a:ext cx="1910547" cy="18542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25571">
                  <a:extLst>
                    <a:ext uri="{9D8B030D-6E8A-4147-A177-3AD203B41FA5}">
                      <a16:colId xmlns:a16="http://schemas.microsoft.com/office/drawing/2014/main" val="60776245"/>
                    </a:ext>
                  </a:extLst>
                </a:gridCol>
                <a:gridCol w="784976">
                  <a:extLst>
                    <a:ext uri="{9D8B030D-6E8A-4147-A177-3AD203B41FA5}">
                      <a16:colId xmlns:a16="http://schemas.microsoft.com/office/drawing/2014/main" val="156844671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Mask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6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Nasal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15344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29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+mn-lt"/>
                        </a:rPr>
                        <a:t>Facial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5167</a:t>
                      </a:r>
                      <a:endParaRPr lang="fr-FR" sz="14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41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latin typeface="+mn-lt"/>
                        </a:rPr>
                        <a:t>Narinaire</a:t>
                      </a:r>
                      <a:endParaRPr lang="fr-FR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64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Buccal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35640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1B7CC64-4D79-0630-EF01-016AE986C785}"/>
              </a:ext>
            </a:extLst>
          </p:cNvPr>
          <p:cNvSpPr txBox="1"/>
          <p:nvPr/>
        </p:nvSpPr>
        <p:spPr>
          <a:xfrm>
            <a:off x="6843019" y="1320245"/>
            <a:ext cx="1125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Adherent</a:t>
            </a:r>
            <a:endParaRPr lang="fr-FR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61AAD-987E-D514-BE87-1CF3157D4053}"/>
              </a:ext>
            </a:extLst>
          </p:cNvPr>
          <p:cNvSpPr txBox="1"/>
          <p:nvPr/>
        </p:nvSpPr>
        <p:spPr>
          <a:xfrm>
            <a:off x="2716135" y="303609"/>
            <a:ext cx="3946883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Not </a:t>
            </a: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1FB4A-AF5D-DA27-FCE7-46E9466377CB}"/>
              </a:ext>
            </a:extLst>
          </p:cNvPr>
          <p:cNvSpPr txBox="1"/>
          <p:nvPr/>
        </p:nvSpPr>
        <p:spPr>
          <a:xfrm>
            <a:off x="6426723" y="5792771"/>
            <a:ext cx="2088350" cy="9683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Adherent        3043</a:t>
            </a:r>
            <a:r>
              <a:rPr lang="en-US" sz="1400" kern="10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0</a:t>
            </a:r>
            <a:endParaRPr lang="fr-FR" sz="1400" kern="10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Attempted        2171</a:t>
            </a:r>
            <a:endParaRPr lang="fr-FR" sz="1400" kern="10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Not Adherent     206</a:t>
            </a:r>
            <a:r>
              <a:rPr lang="en-US" sz="1400" kern="10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endParaRPr lang="fr-FR" sz="1400" kern="10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CD40374C-E1F4-17C9-8045-0CA49E261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E4CD2F-FB3A-13AA-809A-40315B41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48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3247534-8627-DBB3-006F-C251162A4D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F59AB-CD28-77C8-409C-DAF29F70FB67}"/>
              </a:ext>
            </a:extLst>
          </p:cNvPr>
          <p:cNvSpPr txBox="1"/>
          <p:nvPr/>
        </p:nvSpPr>
        <p:spPr>
          <a:xfrm>
            <a:off x="3016450" y="380999"/>
            <a:ext cx="3253975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How left the therapy?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A8E92-02F4-664B-4140-0A87C16B87ED}"/>
              </a:ext>
            </a:extLst>
          </p:cNvPr>
          <p:cNvSpPr txBox="1"/>
          <p:nvPr/>
        </p:nvSpPr>
        <p:spPr>
          <a:xfrm>
            <a:off x="244825" y="2028616"/>
            <a:ext cx="879722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>
                <a:latin typeface="Aptos" panose="020B0004020202020204" pitchFamily="34" charset="0"/>
              </a:rPr>
              <a:t>How It Works:</a:t>
            </a:r>
          </a:p>
          <a:p>
            <a:pPr algn="just"/>
            <a:endParaRPr lang="en-US" sz="1600" b="1">
              <a:latin typeface="Aptos" panose="020B00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b="1">
                <a:latin typeface="Aptos" panose="020B0004020202020204" pitchFamily="34" charset="0"/>
              </a:rPr>
              <a:t> Prepare Therapy Data</a:t>
            </a:r>
            <a:r>
              <a:rPr lang="en-US" sz="1600">
                <a:latin typeface="Aptos" panose="020B0004020202020204" pitchFamily="34" charset="0"/>
              </a:rPr>
              <a:t>: Therapy start, and end dates are standardized.</a:t>
            </a:r>
          </a:p>
          <a:p>
            <a:pPr algn="just">
              <a:buFont typeface="+mj-lt"/>
              <a:buAutoNum type="arabicPeriod"/>
            </a:pPr>
            <a:endParaRPr lang="en-US" sz="1600">
              <a:latin typeface="Aptos" panose="020B00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b="1">
                <a:latin typeface="Aptos" panose="020B0004020202020204" pitchFamily="34" charset="0"/>
              </a:rPr>
              <a:t> Aggregate Therapy Periods</a:t>
            </a:r>
            <a:r>
              <a:rPr lang="en-US" sz="1600">
                <a:latin typeface="Aptos" panose="020B0004020202020204" pitchFamily="34" charset="0"/>
              </a:rPr>
              <a:t>: For each patient, the earliest therapy start date and latest therapy end date are determined to define the overall therapy period.</a:t>
            </a:r>
          </a:p>
          <a:p>
            <a:pPr algn="just">
              <a:buFont typeface="+mj-lt"/>
              <a:buAutoNum type="arabicPeriod"/>
            </a:pPr>
            <a:endParaRPr lang="en-US" sz="1600">
              <a:latin typeface="Aptos" panose="020B00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b="1">
                <a:latin typeface="Aptos" panose="020B0004020202020204" pitchFamily="34" charset="0"/>
              </a:rPr>
              <a:t> Determine Therapy Status</a:t>
            </a:r>
            <a:r>
              <a:rPr lang="en-US" sz="1600">
                <a:latin typeface="Aptos" panose="020B0004020202020204" pitchFamily="34" charset="0"/>
              </a:rPr>
              <a:t>: Patients are classified as "In Therapy" if their therapy end date is in the future (or ongoing) or "Left Therapy" if the therapy has ended.</a:t>
            </a:r>
          </a:p>
          <a:p>
            <a:pPr algn="just">
              <a:buFont typeface="+mj-lt"/>
              <a:buAutoNum type="arabicPeriod"/>
            </a:pPr>
            <a:endParaRPr lang="en-US" sz="1600">
              <a:latin typeface="Aptos" panose="020B00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 Finding their initial AHI those patient respond to this "1c IAH initial"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E21C4-03BA-2A7B-60FB-2440EDA3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139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BAE7-AE6C-081F-FFA8-A279492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166751-ED96-D730-AE87-D686BD81B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745169"/>
              </p:ext>
            </p:extLst>
          </p:nvPr>
        </p:nvGraphicFramePr>
        <p:xfrm>
          <a:off x="212372" y="1484784"/>
          <a:ext cx="8712968" cy="18516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87697">
                  <a:extLst>
                    <a:ext uri="{9D8B030D-6E8A-4147-A177-3AD203B41FA5}">
                      <a16:colId xmlns:a16="http://schemas.microsoft.com/office/drawing/2014/main" val="2961972393"/>
                    </a:ext>
                  </a:extLst>
                </a:gridCol>
                <a:gridCol w="550338">
                  <a:extLst>
                    <a:ext uri="{9D8B030D-6E8A-4147-A177-3AD203B41FA5}">
                      <a16:colId xmlns:a16="http://schemas.microsoft.com/office/drawing/2014/main" val="2366805633"/>
                    </a:ext>
                  </a:extLst>
                </a:gridCol>
                <a:gridCol w="782653">
                  <a:extLst>
                    <a:ext uri="{9D8B030D-6E8A-4147-A177-3AD203B41FA5}">
                      <a16:colId xmlns:a16="http://schemas.microsoft.com/office/drawing/2014/main" val="4008247923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4093125513"/>
                    </a:ext>
                  </a:extLst>
                </a:gridCol>
                <a:gridCol w="1490570">
                  <a:extLst>
                    <a:ext uri="{9D8B030D-6E8A-4147-A177-3AD203B41FA5}">
                      <a16:colId xmlns:a16="http://schemas.microsoft.com/office/drawing/2014/main" val="2879156082"/>
                    </a:ext>
                  </a:extLst>
                </a:gridCol>
                <a:gridCol w="1344779">
                  <a:extLst>
                    <a:ext uri="{9D8B030D-6E8A-4147-A177-3AD203B41FA5}">
                      <a16:colId xmlns:a16="http://schemas.microsoft.com/office/drawing/2014/main" val="3394265256"/>
                    </a:ext>
                  </a:extLst>
                </a:gridCol>
                <a:gridCol w="1319517">
                  <a:extLst>
                    <a:ext uri="{9D8B030D-6E8A-4147-A177-3AD203B41FA5}">
                      <a16:colId xmlns:a16="http://schemas.microsoft.com/office/drawing/2014/main" val="1781847107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AtHomePatientId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Mask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Gender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AverageDailyUsage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StartDateTherapy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EndDateTherapy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TherapyStatus</a:t>
                      </a:r>
                      <a:endParaRPr lang="en-US" sz="11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8175399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103414</a:t>
                      </a:r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Nasal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Male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0.70297619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11/4/2014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5/13/2024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6996732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107376</a:t>
                      </a:r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Nasal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Male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0.243154574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1/29/2015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2099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045369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8A613E0-F22D-75D9-2426-9EFEBCDA39AF}"/>
              </a:ext>
            </a:extLst>
          </p:cNvPr>
          <p:cNvSpPr txBox="1"/>
          <p:nvPr/>
        </p:nvSpPr>
        <p:spPr>
          <a:xfrm>
            <a:off x="3534140" y="285372"/>
            <a:ext cx="2069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Not adherent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84264F-133A-9E5B-8E97-F61738F96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996864"/>
              </p:ext>
            </p:extLst>
          </p:nvPr>
        </p:nvGraphicFramePr>
        <p:xfrm>
          <a:off x="2370144" y="3716826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1474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1112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EA1CFE44-922E-DB77-94D8-DA3E192BD5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8B4347-A653-BA51-2E30-5D36B619B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208399"/>
              </p:ext>
            </p:extLst>
          </p:nvPr>
        </p:nvGraphicFramePr>
        <p:xfrm>
          <a:off x="0" y="5441422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412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105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9F6040-8A02-35F7-372A-E067D1F4C79D}"/>
              </a:ext>
            </a:extLst>
          </p:cNvPr>
          <p:cNvSpPr txBox="1"/>
          <p:nvPr/>
        </p:nvSpPr>
        <p:spPr>
          <a:xfrm>
            <a:off x="1259632" y="4989284"/>
            <a:ext cx="1617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AirGenious</a:t>
            </a:r>
            <a:endParaRPr lang="en-US" sz="14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668F22-9614-7A5B-554E-21BE2D8AA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206351"/>
              </p:ext>
            </p:extLst>
          </p:nvPr>
        </p:nvGraphicFramePr>
        <p:xfrm>
          <a:off x="4568856" y="5441422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1296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695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FF4B862-5F50-C6F4-A54A-73FF956EA6E1}"/>
              </a:ext>
            </a:extLst>
          </p:cNvPr>
          <p:cNvSpPr txBox="1"/>
          <p:nvPr/>
        </p:nvSpPr>
        <p:spPr>
          <a:xfrm>
            <a:off x="6084168" y="4989283"/>
            <a:ext cx="19420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Not </a:t>
            </a:r>
            <a:r>
              <a:rPr lang="en-US" sz="1400" b="1" err="1"/>
              <a:t>AirGenious</a:t>
            </a:r>
            <a:endParaRPr lang="en-US" sz="1400" b="1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30FE71-95AA-5AA5-6EF3-DFF75836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19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FA54-3B51-BBA7-1B02-3E3678D4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03B155-30EC-3BFB-6B6B-1ABD19B01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241576"/>
              </p:ext>
            </p:extLst>
          </p:nvPr>
        </p:nvGraphicFramePr>
        <p:xfrm>
          <a:off x="2317352" y="4285679"/>
          <a:ext cx="4680520" cy="8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2838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267682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96200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9620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4787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345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36526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BDBC4A-15DA-DB4D-9285-98A5E90C4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69802"/>
              </p:ext>
            </p:extLst>
          </p:nvPr>
        </p:nvGraphicFramePr>
        <p:xfrm>
          <a:off x="244893" y="1484784"/>
          <a:ext cx="8712968" cy="263904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05935">
                  <a:extLst>
                    <a:ext uri="{9D8B030D-6E8A-4147-A177-3AD203B41FA5}">
                      <a16:colId xmlns:a16="http://schemas.microsoft.com/office/drawing/2014/main" val="1744127475"/>
                    </a:ext>
                  </a:extLst>
                </a:gridCol>
                <a:gridCol w="687572">
                  <a:extLst>
                    <a:ext uri="{9D8B030D-6E8A-4147-A177-3AD203B41FA5}">
                      <a16:colId xmlns:a16="http://schemas.microsoft.com/office/drawing/2014/main" val="1607641725"/>
                    </a:ext>
                  </a:extLst>
                </a:gridCol>
                <a:gridCol w="701749">
                  <a:extLst>
                    <a:ext uri="{9D8B030D-6E8A-4147-A177-3AD203B41FA5}">
                      <a16:colId xmlns:a16="http://schemas.microsoft.com/office/drawing/2014/main" val="3471945964"/>
                    </a:ext>
                  </a:extLst>
                </a:gridCol>
                <a:gridCol w="1587795">
                  <a:extLst>
                    <a:ext uri="{9D8B030D-6E8A-4147-A177-3AD203B41FA5}">
                      <a16:colId xmlns:a16="http://schemas.microsoft.com/office/drawing/2014/main" val="1843834653"/>
                    </a:ext>
                  </a:extLst>
                </a:gridCol>
                <a:gridCol w="1531089">
                  <a:extLst>
                    <a:ext uri="{9D8B030D-6E8A-4147-A177-3AD203B41FA5}">
                      <a16:colId xmlns:a16="http://schemas.microsoft.com/office/drawing/2014/main" val="1945135732"/>
                    </a:ext>
                  </a:extLst>
                </a:gridCol>
                <a:gridCol w="1453116">
                  <a:extLst>
                    <a:ext uri="{9D8B030D-6E8A-4147-A177-3AD203B41FA5}">
                      <a16:colId xmlns:a16="http://schemas.microsoft.com/office/drawing/2014/main" val="3706853547"/>
                    </a:ext>
                  </a:extLst>
                </a:gridCol>
                <a:gridCol w="1245712">
                  <a:extLst>
                    <a:ext uri="{9D8B030D-6E8A-4147-A177-3AD203B41FA5}">
                      <a16:colId xmlns:a16="http://schemas.microsoft.com/office/drawing/2014/main" val="461849776"/>
                    </a:ext>
                  </a:extLst>
                </a:gridCol>
              </a:tblGrid>
              <a:tr h="840202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AtHomePatientId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Mask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Gender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AverageDaily Usage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StartDate Therapy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EndDate Therapy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TherapyStatus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522095"/>
                  </a:ext>
                </a:extLst>
              </a:tr>
              <a:tr h="50349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100161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6.914011299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8/12/2014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78687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101583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Facial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7.899394813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9/25/2014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12/21/2023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51738"/>
                  </a:ext>
                </a:extLst>
              </a:tr>
              <a:tr h="7192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104842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6.549783237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12/5/2014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8/29/2024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096771"/>
                  </a:ext>
                </a:extLst>
              </a:tr>
            </a:tbl>
          </a:graphicData>
        </a:graphic>
      </p:graphicFrame>
      <p:pic>
        <p:nvPicPr>
          <p:cNvPr id="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83DE5E0-98B2-BA45-4E7B-92D0F7C5F5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472CEE-63CC-6047-6A5D-ED74EF521374}"/>
              </a:ext>
            </a:extLst>
          </p:cNvPr>
          <p:cNvSpPr txBox="1"/>
          <p:nvPr/>
        </p:nvSpPr>
        <p:spPr>
          <a:xfrm>
            <a:off x="3566661" y="371066"/>
            <a:ext cx="2069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Adherent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803625-257B-8110-E0A1-CD68D91C6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74643"/>
              </p:ext>
            </p:extLst>
          </p:nvPr>
        </p:nvGraphicFramePr>
        <p:xfrm>
          <a:off x="154171" y="5616664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283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8942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82B302-98FD-379C-27A5-615949D95ECD}"/>
              </a:ext>
            </a:extLst>
          </p:cNvPr>
          <p:cNvSpPr txBox="1"/>
          <p:nvPr/>
        </p:nvSpPr>
        <p:spPr>
          <a:xfrm>
            <a:off x="1403648" y="5225685"/>
            <a:ext cx="1617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AirGenious</a:t>
            </a:r>
            <a:endParaRPr lang="en-US" sz="14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595D43-20D8-0306-C5F7-70837F685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277626"/>
              </p:ext>
            </p:extLst>
          </p:nvPr>
        </p:nvGraphicFramePr>
        <p:xfrm>
          <a:off x="4602473" y="5606749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2471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27531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6C8BDD-3E31-D17A-FFCF-B05CEFE2F101}"/>
              </a:ext>
            </a:extLst>
          </p:cNvPr>
          <p:cNvSpPr txBox="1"/>
          <p:nvPr/>
        </p:nvSpPr>
        <p:spPr>
          <a:xfrm>
            <a:off x="6372200" y="5225685"/>
            <a:ext cx="1617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Not </a:t>
            </a:r>
            <a:r>
              <a:rPr lang="en-US" sz="1400" b="1" err="1"/>
              <a:t>AirGenious</a:t>
            </a:r>
            <a:endParaRPr lang="en-US" sz="1400" b="1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C00BF69-11F8-7173-218A-60CB932C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75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BAE7-AE6C-081F-FFA8-A279492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9375A9-24C8-23E7-A091-BFC6CBF2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33514"/>
              </p:ext>
            </p:extLst>
          </p:nvPr>
        </p:nvGraphicFramePr>
        <p:xfrm>
          <a:off x="299740" y="1421558"/>
          <a:ext cx="8712969" cy="202287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61760978"/>
                    </a:ext>
                  </a:extLst>
                </a:gridCol>
                <a:gridCol w="940629">
                  <a:extLst>
                    <a:ext uri="{9D8B030D-6E8A-4147-A177-3AD203B41FA5}">
                      <a16:colId xmlns:a16="http://schemas.microsoft.com/office/drawing/2014/main" val="1121715519"/>
                    </a:ext>
                  </a:extLst>
                </a:gridCol>
                <a:gridCol w="878958">
                  <a:extLst>
                    <a:ext uri="{9D8B030D-6E8A-4147-A177-3AD203B41FA5}">
                      <a16:colId xmlns:a16="http://schemas.microsoft.com/office/drawing/2014/main" val="3309591057"/>
                    </a:ext>
                  </a:extLst>
                </a:gridCol>
                <a:gridCol w="1516912">
                  <a:extLst>
                    <a:ext uri="{9D8B030D-6E8A-4147-A177-3AD203B41FA5}">
                      <a16:colId xmlns:a16="http://schemas.microsoft.com/office/drawing/2014/main" val="2348148793"/>
                    </a:ext>
                  </a:extLst>
                </a:gridCol>
                <a:gridCol w="1410586">
                  <a:extLst>
                    <a:ext uri="{9D8B030D-6E8A-4147-A177-3AD203B41FA5}">
                      <a16:colId xmlns:a16="http://schemas.microsoft.com/office/drawing/2014/main" val="3268451576"/>
                    </a:ext>
                  </a:extLst>
                </a:gridCol>
                <a:gridCol w="1374556">
                  <a:extLst>
                    <a:ext uri="{9D8B030D-6E8A-4147-A177-3AD203B41FA5}">
                      <a16:colId xmlns:a16="http://schemas.microsoft.com/office/drawing/2014/main" val="2352600065"/>
                    </a:ext>
                  </a:extLst>
                </a:gridCol>
                <a:gridCol w="1223176">
                  <a:extLst>
                    <a:ext uri="{9D8B030D-6E8A-4147-A177-3AD203B41FA5}">
                      <a16:colId xmlns:a16="http://schemas.microsoft.com/office/drawing/2014/main" val="2220990936"/>
                    </a:ext>
                  </a:extLst>
                </a:gridCol>
              </a:tblGrid>
              <a:tr h="745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AtHomePatientId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MaskType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Gender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AverageDailyUsage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StartDate Therapy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EndDate Therapy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TherapyStatus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3608810391"/>
                  </a:ext>
                </a:extLst>
              </a:tr>
              <a:tr h="42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100767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Narinaire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3.121581633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9/5/2014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 Therapy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785286266"/>
                  </a:ext>
                </a:extLst>
              </a:tr>
              <a:tr h="4254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100792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Facial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3.971657459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9/5/2014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 Therapy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927795961"/>
                  </a:ext>
                </a:extLst>
              </a:tr>
              <a:tr h="4254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102408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Facial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2.937989418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12/24/2014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7/20/2023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Left Therapy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41787812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356DED-5725-BCBA-A5D9-E461542BC1E9}"/>
              </a:ext>
            </a:extLst>
          </p:cNvPr>
          <p:cNvSpPr txBox="1"/>
          <p:nvPr/>
        </p:nvSpPr>
        <p:spPr>
          <a:xfrm>
            <a:off x="3706928" y="365458"/>
            <a:ext cx="2069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Attempter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6B8A6A-06AC-6E7B-C7FC-43B0DB0F0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100942"/>
              </p:ext>
            </p:extLst>
          </p:nvPr>
        </p:nvGraphicFramePr>
        <p:xfrm>
          <a:off x="2243072" y="3728197"/>
          <a:ext cx="4680520" cy="8901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40260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340260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307934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30793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804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2778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pic>
        <p:nvPicPr>
          <p:cNvPr id="6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EF664894-D291-D899-4C62-B056810A1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DFACE2-CA90-87DD-38E6-DC07C106F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87718"/>
              </p:ext>
            </p:extLst>
          </p:nvPr>
        </p:nvGraphicFramePr>
        <p:xfrm>
          <a:off x="79891" y="5546047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70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1105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E11D5E1-7B1E-4811-6732-3FB9C8C35402}"/>
              </a:ext>
            </a:extLst>
          </p:cNvPr>
          <p:cNvSpPr txBox="1"/>
          <p:nvPr/>
        </p:nvSpPr>
        <p:spPr>
          <a:xfrm>
            <a:off x="1390950" y="5207493"/>
            <a:ext cx="1617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err="1"/>
              <a:t>AirGenious</a:t>
            </a:r>
            <a:endParaRPr lang="en-US" sz="14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4EF56B-B893-76C1-7767-2C91D718C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35005"/>
              </p:ext>
            </p:extLst>
          </p:nvPr>
        </p:nvGraphicFramePr>
        <p:xfrm>
          <a:off x="4564656" y="5546047"/>
          <a:ext cx="4326362" cy="8366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3181">
                  <a:extLst>
                    <a:ext uri="{9D8B030D-6E8A-4147-A177-3AD203B41FA5}">
                      <a16:colId xmlns:a16="http://schemas.microsoft.com/office/drawing/2014/main" val="2307333787"/>
                    </a:ext>
                  </a:extLst>
                </a:gridCol>
                <a:gridCol w="2163181">
                  <a:extLst>
                    <a:ext uri="{9D8B030D-6E8A-4147-A177-3AD203B41FA5}">
                      <a16:colId xmlns:a16="http://schemas.microsoft.com/office/drawing/2014/main" val="19635266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TherapyStatus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PatientCount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752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Left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635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95004"/>
                  </a:ext>
                </a:extLst>
              </a:tr>
              <a:tr h="24662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 Therapy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1441</a:t>
                      </a:r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4944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AEC718D-1C5D-AE57-DF04-50CB1629D803}"/>
              </a:ext>
            </a:extLst>
          </p:cNvPr>
          <p:cNvSpPr txBox="1"/>
          <p:nvPr/>
        </p:nvSpPr>
        <p:spPr>
          <a:xfrm>
            <a:off x="5919218" y="5207492"/>
            <a:ext cx="1617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Not </a:t>
            </a:r>
            <a:r>
              <a:rPr lang="en-US" sz="1400" b="1" err="1"/>
              <a:t>AirGenious</a:t>
            </a:r>
            <a:endParaRPr lang="en-US" sz="1400" b="1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5C2BA-18F3-4715-CDDB-DB6331A3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49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B292-6CE1-6C5D-4151-8EA80257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2B84D2-10BC-01ED-C29A-AA70CEA4F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199040"/>
              </p:ext>
            </p:extLst>
          </p:nvPr>
        </p:nvGraphicFramePr>
        <p:xfrm>
          <a:off x="756456" y="1818422"/>
          <a:ext cx="8074152" cy="350918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008376">
                  <a:extLst>
                    <a:ext uri="{9D8B030D-6E8A-4147-A177-3AD203B41FA5}">
                      <a16:colId xmlns:a16="http://schemas.microsoft.com/office/drawing/2014/main" val="15444822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75260948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18392598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51472373"/>
                    </a:ext>
                  </a:extLst>
                </a:gridCol>
              </a:tblGrid>
              <a:tr h="3816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CancellationReason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Non-Adherent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Attempted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718470672"/>
                  </a:ext>
                </a:extLst>
              </a:tr>
              <a:tr h="815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Intolerance / Non-adherence / No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414375269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Doctor's request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87359862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Patient's death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156920009"/>
                  </a:ext>
                </a:extLst>
              </a:tr>
              <a:tr h="407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Clinical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21976004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Relocation outside LHF zone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04412634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Transfer 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53993092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Hospitalisation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126054385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Unhappy patient-change of provider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197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887084696"/>
                  </a:ext>
                </a:extLst>
              </a:tr>
            </a:tbl>
          </a:graphicData>
        </a:graphic>
      </p:graphicFrame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68A0CC0B-616D-AC9E-EC39-52A2FF5E2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F93E0-793D-01D7-0390-E25965810D9D}"/>
              </a:ext>
            </a:extLst>
          </p:cNvPr>
          <p:cNvSpPr txBox="1"/>
          <p:nvPr/>
        </p:nvSpPr>
        <p:spPr>
          <a:xfrm>
            <a:off x="1632965" y="330497"/>
            <a:ext cx="6142647" cy="45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Summary cancellation reason all patients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93AB5-1F80-9D8B-14E0-2C174654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204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B292-6CE1-6C5D-4151-8EA80257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3C8B5-5D61-BCB1-AF48-FF4DFBA254BE}"/>
              </a:ext>
            </a:extLst>
          </p:cNvPr>
          <p:cNvSpPr txBox="1"/>
          <p:nvPr/>
        </p:nvSpPr>
        <p:spPr>
          <a:xfrm>
            <a:off x="1836787" y="330497"/>
            <a:ext cx="5832096" cy="45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Summary cancellation reason </a:t>
            </a: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endParaRPr lang="en-US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68A0CC0B-616D-AC9E-EC39-52A2FF5E2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F34D39-6FE1-4E15-D718-5B3BF0D2A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635612"/>
              </p:ext>
            </p:extLst>
          </p:nvPr>
        </p:nvGraphicFramePr>
        <p:xfrm>
          <a:off x="359532" y="1737742"/>
          <a:ext cx="8424936" cy="376142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173458">
                  <a:extLst>
                    <a:ext uri="{9D8B030D-6E8A-4147-A177-3AD203B41FA5}">
                      <a16:colId xmlns:a16="http://schemas.microsoft.com/office/drawing/2014/main" val="2821721662"/>
                    </a:ext>
                  </a:extLst>
                </a:gridCol>
                <a:gridCol w="1534642">
                  <a:extLst>
                    <a:ext uri="{9D8B030D-6E8A-4147-A177-3AD203B41FA5}">
                      <a16:colId xmlns:a16="http://schemas.microsoft.com/office/drawing/2014/main" val="3897785141"/>
                    </a:ext>
                  </a:extLst>
                </a:gridCol>
                <a:gridCol w="1722474">
                  <a:extLst>
                    <a:ext uri="{9D8B030D-6E8A-4147-A177-3AD203B41FA5}">
                      <a16:colId xmlns:a16="http://schemas.microsoft.com/office/drawing/2014/main" val="1181158948"/>
                    </a:ext>
                  </a:extLst>
                </a:gridCol>
                <a:gridCol w="1994362">
                  <a:extLst>
                    <a:ext uri="{9D8B030D-6E8A-4147-A177-3AD203B41FA5}">
                      <a16:colId xmlns:a16="http://schemas.microsoft.com/office/drawing/2014/main" val="2115858734"/>
                    </a:ext>
                  </a:extLst>
                </a:gridCol>
              </a:tblGrid>
              <a:tr h="38777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CancellationReason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Attempted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Non-Adherent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692684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Patient Death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970545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Hospitalization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491945"/>
                  </a:ext>
                </a:extLst>
              </a:tr>
              <a:tr h="65922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Intolerance / Non-Compliance / No Improvement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285455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Doctor's Request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952865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Treatment Change (Non-Switch)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326132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Clinical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741497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Relocation outside LHF zone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938416"/>
                  </a:ext>
                </a:extLst>
              </a:tr>
              <a:tr h="387776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Unhappy patient-change of provider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55646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2E18F-0FAA-0EC1-6D86-115EA95B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736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B292-6CE1-6C5D-4151-8EA80257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3C8B5-5D61-BCB1-AF48-FF4DFBA254BE}"/>
              </a:ext>
            </a:extLst>
          </p:cNvPr>
          <p:cNvSpPr txBox="1"/>
          <p:nvPr/>
        </p:nvSpPr>
        <p:spPr>
          <a:xfrm>
            <a:off x="1158046" y="381000"/>
            <a:ext cx="6970783" cy="45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Summary cancellation reason Not </a:t>
            </a:r>
            <a:r>
              <a:rPr lang="en-US" sz="24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endParaRPr lang="en-US" sz="24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68A0CC0B-616D-AC9E-EC39-52A2FF5E2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3008DE-EBF3-3572-23B5-57A686EDB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43397"/>
              </p:ext>
            </p:extLst>
          </p:nvPr>
        </p:nvGraphicFramePr>
        <p:xfrm>
          <a:off x="1004287" y="1746949"/>
          <a:ext cx="7823359" cy="336410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22759">
                  <a:extLst>
                    <a:ext uri="{9D8B030D-6E8A-4147-A177-3AD203B41FA5}">
                      <a16:colId xmlns:a16="http://schemas.microsoft.com/office/drawing/2014/main" val="15444822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752609485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8392598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51472373"/>
                    </a:ext>
                  </a:extLst>
                </a:gridCol>
              </a:tblGrid>
              <a:tr h="407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CancellationReason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Non-Adherent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Attempted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718470672"/>
                  </a:ext>
                </a:extLst>
              </a:tr>
              <a:tr h="815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Intolerance / Non-adherence / No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665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230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326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414375269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Doctor's request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324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389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87359862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Patient's death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830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156920009"/>
                  </a:ext>
                </a:extLst>
              </a:tr>
              <a:tr h="407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Clinical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131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21976004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Relocation outside LHF zone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04412634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Unhappy patient-change of provider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53993092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Hospitalisation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12605438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E407F-B906-7FCA-286D-05D7C7B5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776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6F4E3-C258-F8C9-4CCA-F4101DD57D01}"/>
              </a:ext>
            </a:extLst>
          </p:cNvPr>
          <p:cNvSpPr txBox="1"/>
          <p:nvPr/>
        </p:nvSpPr>
        <p:spPr>
          <a:xfrm>
            <a:off x="1744448" y="307856"/>
            <a:ext cx="5921953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Usage of Intervention (Done) for all patients how left therapy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8ACE61-9789-4FC4-FFE2-85B54435F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13767"/>
              </p:ext>
            </p:extLst>
          </p:nvPr>
        </p:nvGraphicFramePr>
        <p:xfrm>
          <a:off x="146304" y="1581372"/>
          <a:ext cx="8866406" cy="43434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1511542118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358385591"/>
                    </a:ext>
                  </a:extLst>
                </a:gridCol>
                <a:gridCol w="949203">
                  <a:extLst>
                    <a:ext uri="{9D8B030D-6E8A-4147-A177-3AD203B41FA5}">
                      <a16:colId xmlns:a16="http://schemas.microsoft.com/office/drawing/2014/main" val="1700778985"/>
                    </a:ext>
                  </a:extLst>
                </a:gridCol>
                <a:gridCol w="1327653">
                  <a:extLst>
                    <a:ext uri="{9D8B030D-6E8A-4147-A177-3AD203B41FA5}">
                      <a16:colId xmlns:a16="http://schemas.microsoft.com/office/drawing/2014/main" val="1704171635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514925913"/>
                    </a:ext>
                  </a:extLst>
                </a:gridCol>
                <a:gridCol w="1121582">
                  <a:extLst>
                    <a:ext uri="{9D8B030D-6E8A-4147-A177-3AD203B41FA5}">
                      <a16:colId xmlns:a16="http://schemas.microsoft.com/office/drawing/2014/main" val="1560587864"/>
                    </a:ext>
                  </a:extLst>
                </a:gridCol>
                <a:gridCol w="1229960">
                  <a:extLst>
                    <a:ext uri="{9D8B030D-6E8A-4147-A177-3AD203B41FA5}">
                      <a16:colId xmlns:a16="http://schemas.microsoft.com/office/drawing/2014/main" val="244146891"/>
                    </a:ext>
                  </a:extLst>
                </a:gridCol>
                <a:gridCol w="1101616">
                  <a:extLst>
                    <a:ext uri="{9D8B030D-6E8A-4147-A177-3AD203B41FA5}">
                      <a16:colId xmlns:a16="http://schemas.microsoft.com/office/drawing/2014/main" val="1000092557"/>
                    </a:ext>
                  </a:extLst>
                </a:gridCol>
              </a:tblGrid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JobTypeCode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Non_Adherent_Count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Non_Adherent_Perc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Attempted_Count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Attempted_Perc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Total_JobType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516287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2351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41.22%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1274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22.34%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11.04%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5704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993027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VK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446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70607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78127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3.41%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37491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829300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VH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1212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5.99%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2.92%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394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1.95%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20237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05379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HL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4.41%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17807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560106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3.44%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4.98%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2.02%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20642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331986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556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6.94%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772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9.64%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228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8011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18335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AW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6.12%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392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5.99%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221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6539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26119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WM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4.73%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2.34%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1.48%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6485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546913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LC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8.76%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3.09%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1.54%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2978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762354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3.01%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603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7.69%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2.67%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7841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289524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IU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3.39%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7.17%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2.54%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6850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930622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1.70%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12694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32488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3.58%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5443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093694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3.32%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5598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475319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2.55%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308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4.62%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2.07%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6664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586838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PW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7.82%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4.03%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2.02%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159038"/>
                  </a:ext>
                </a:extLst>
              </a:tr>
              <a:tr h="15130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5.35%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33501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FE3D7-3F29-1A63-7D7A-35F30DF0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12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6F4E3-C258-F8C9-4CCA-F4101DD57D01}"/>
              </a:ext>
            </a:extLst>
          </p:cNvPr>
          <p:cNvSpPr txBox="1"/>
          <p:nvPr/>
        </p:nvSpPr>
        <p:spPr>
          <a:xfrm>
            <a:off x="1339953" y="332052"/>
            <a:ext cx="6464094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Usage of Intervention (Done) for Not-</a:t>
            </a:r>
            <a:r>
              <a:rPr lang="en-US" sz="20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patients how left therapy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7D0C76-0960-D43A-8FAB-8F9A221C2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985905"/>
              </p:ext>
            </p:extLst>
          </p:nvPr>
        </p:nvGraphicFramePr>
        <p:xfrm>
          <a:off x="164592" y="1530744"/>
          <a:ext cx="8763147" cy="448600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96112">
                  <a:extLst>
                    <a:ext uri="{9D8B030D-6E8A-4147-A177-3AD203B41FA5}">
                      <a16:colId xmlns:a16="http://schemas.microsoft.com/office/drawing/2014/main" val="3217096842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4172960042"/>
                    </a:ext>
                  </a:extLst>
                </a:gridCol>
                <a:gridCol w="1133359">
                  <a:extLst>
                    <a:ext uri="{9D8B030D-6E8A-4147-A177-3AD203B41FA5}">
                      <a16:colId xmlns:a16="http://schemas.microsoft.com/office/drawing/2014/main" val="495099640"/>
                    </a:ext>
                  </a:extLst>
                </a:gridCol>
                <a:gridCol w="1306125">
                  <a:extLst>
                    <a:ext uri="{9D8B030D-6E8A-4147-A177-3AD203B41FA5}">
                      <a16:colId xmlns:a16="http://schemas.microsoft.com/office/drawing/2014/main" val="550460906"/>
                    </a:ext>
                  </a:extLst>
                </a:gridCol>
                <a:gridCol w="1199828">
                  <a:extLst>
                    <a:ext uri="{9D8B030D-6E8A-4147-A177-3AD203B41FA5}">
                      <a16:colId xmlns:a16="http://schemas.microsoft.com/office/drawing/2014/main" val="2353685942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416407026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3526860453"/>
                    </a:ext>
                  </a:extLst>
                </a:gridCol>
                <a:gridCol w="972459">
                  <a:extLst>
                    <a:ext uri="{9D8B030D-6E8A-4147-A177-3AD203B41FA5}">
                      <a16:colId xmlns:a16="http://schemas.microsoft.com/office/drawing/2014/main" val="324942487"/>
                    </a:ext>
                  </a:extLst>
                </a:gridCol>
              </a:tblGrid>
              <a:tr h="3662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JobTypeCode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Non_Adherent_Count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Non_Adherent_Perc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Attempted_Count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Attempted_Perc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Total_JobType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964092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2151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37.71%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1183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20.74%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575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10.08%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5704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6283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VK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1722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2.44%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384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303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70607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933249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37491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924501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VH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959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4.74%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2.53%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1.57%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20237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76675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HL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3.47%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0.77%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17807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45421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584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4.63%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1.71%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20642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118574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6.47%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701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8.75%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2.58%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8011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199287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AW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5.43%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4.86%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6539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826511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WM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266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4.10%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1.85%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1.34%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6485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454467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LC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7.25%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1.28%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2978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552837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2.68%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575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7.33%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2.45%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7841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232246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IU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3.04%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6.82%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6850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812122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3.07%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1.23%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5443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756189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2.21%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4.28%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1.88%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6664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027876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19.44%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4.23%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2.25%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085857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EM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5.71%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1.53%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1173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12047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PW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5.46%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3.03%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1.60%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074890"/>
                  </a:ext>
                </a:extLst>
              </a:tr>
              <a:tr h="22887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2.11%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2.82%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1.64%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2981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53535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42C0-08DD-640C-EB9A-FBDF65B1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94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D1DA-478C-99F8-8ED2-775870DD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FF7B13BD-7F3A-99FD-6266-FBA925B63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6F4E3-C258-F8C9-4CCA-F4101DD57D01}"/>
              </a:ext>
            </a:extLst>
          </p:cNvPr>
          <p:cNvSpPr txBox="1"/>
          <p:nvPr/>
        </p:nvSpPr>
        <p:spPr>
          <a:xfrm>
            <a:off x="1423499" y="288146"/>
            <a:ext cx="6297001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Usage of Intervention (Done) for </a:t>
            </a:r>
            <a:r>
              <a:rPr lang="en-US" sz="2000" err="1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AirGenious</a:t>
            </a: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 patients how left therapy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347B26-2976-8B32-E137-8BD45F911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805727"/>
              </p:ext>
            </p:extLst>
          </p:nvPr>
        </p:nvGraphicFramePr>
        <p:xfrm>
          <a:off x="140136" y="1545336"/>
          <a:ext cx="8863728" cy="458114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38856">
                  <a:extLst>
                    <a:ext uri="{9D8B030D-6E8A-4147-A177-3AD203B41FA5}">
                      <a16:colId xmlns:a16="http://schemas.microsoft.com/office/drawing/2014/main" val="1035726318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1050139536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950102903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986955760"/>
                    </a:ext>
                  </a:extLst>
                </a:gridCol>
                <a:gridCol w="1226838">
                  <a:extLst>
                    <a:ext uri="{9D8B030D-6E8A-4147-A177-3AD203B41FA5}">
                      <a16:colId xmlns:a16="http://schemas.microsoft.com/office/drawing/2014/main" val="3430992943"/>
                    </a:ext>
                  </a:extLst>
                </a:gridCol>
                <a:gridCol w="1107966">
                  <a:extLst>
                    <a:ext uri="{9D8B030D-6E8A-4147-A177-3AD203B41FA5}">
                      <a16:colId xmlns:a16="http://schemas.microsoft.com/office/drawing/2014/main" val="878271219"/>
                    </a:ext>
                  </a:extLst>
                </a:gridCol>
                <a:gridCol w="1107966">
                  <a:extLst>
                    <a:ext uri="{9D8B030D-6E8A-4147-A177-3AD203B41FA5}">
                      <a16:colId xmlns:a16="http://schemas.microsoft.com/office/drawing/2014/main" val="333557906"/>
                    </a:ext>
                  </a:extLst>
                </a:gridCol>
                <a:gridCol w="1107966">
                  <a:extLst>
                    <a:ext uri="{9D8B030D-6E8A-4147-A177-3AD203B41FA5}">
                      <a16:colId xmlns:a16="http://schemas.microsoft.com/office/drawing/2014/main" val="2507460299"/>
                    </a:ext>
                  </a:extLst>
                </a:gridCol>
              </a:tblGrid>
              <a:tr h="3739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JobTypeCode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Non_Adherent_Count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Non_Adherent_Perc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Attempted_Count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Attempted_Perc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Total_JobType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45629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VK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70607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738881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VH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1.25%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20237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971323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1.70%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12694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772303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TA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3.51%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1.60%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5704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771478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37491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561711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3.32%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5598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900209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HL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17807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52505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20642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914200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3.84%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1587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52064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6873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451355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4.42%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466149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LC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1.51%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0.27%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2978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828434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AW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1.13%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6539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249475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2.10%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2.00%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1.54%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1952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91798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WM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0.63%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0.14%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6485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684109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3.87%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982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398488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0.47%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0.89%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8011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556087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OA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1.42%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2602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54917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A49EC-39CA-53E0-C997-7326F43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93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84995B-F5A2-91C8-8B46-04D5CA43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6389" y="3861048"/>
            <a:ext cx="6516216" cy="1362075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/>
            <a:r>
              <a:rPr lang="fr-FR" sz="3600" b="1" err="1"/>
              <a:t>Implementation</a:t>
            </a:r>
            <a:r>
              <a:rPr lang="fr-FR" sz="3600" b="1"/>
              <a:t> of </a:t>
            </a:r>
            <a:r>
              <a:rPr lang="fr-FR" sz="3600" b="1" err="1"/>
              <a:t>Methodology</a:t>
            </a:r>
            <a:endParaRPr lang="fr-FR" sz="3600" b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6B956C-254B-7B7A-124F-2F10CDEBD227}"/>
              </a:ext>
            </a:extLst>
          </p:cNvPr>
          <p:cNvCxnSpPr>
            <a:cxnSpLocks/>
          </p:cNvCxnSpPr>
          <p:nvPr/>
        </p:nvCxnSpPr>
        <p:spPr>
          <a:xfrm>
            <a:off x="0" y="5046141"/>
            <a:ext cx="4643438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E5B7D0FC-EB48-53A2-772E-E145D99D76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68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E7D17-7746-0208-880F-4F2E756503B0}"/>
              </a:ext>
            </a:extLst>
          </p:cNvPr>
          <p:cNvSpPr txBox="1"/>
          <p:nvPr/>
        </p:nvSpPr>
        <p:spPr>
          <a:xfrm>
            <a:off x="3491880" y="404664"/>
            <a:ext cx="2412838" cy="511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Framework</a:t>
            </a:r>
            <a:endParaRPr lang="fr-FR" sz="28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72D32FF-FEA6-BE48-82D4-6C59C6298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50"/>
          <a:stretch/>
        </p:blipFill>
        <p:spPr>
          <a:xfrm>
            <a:off x="339583" y="1412776"/>
            <a:ext cx="8485758" cy="1052736"/>
          </a:xfrm>
          <a:prstGeom prst="rect">
            <a:avLst/>
          </a:prstGeom>
        </p:spPr>
      </p:pic>
      <p:pic>
        <p:nvPicPr>
          <p:cNvPr id="9" name="Picture 8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8FA9409-DE9A-A887-3341-2A07B19C6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4" b="60500"/>
          <a:stretch/>
        </p:blipFill>
        <p:spPr>
          <a:xfrm>
            <a:off x="339583" y="2348880"/>
            <a:ext cx="8485758" cy="1792386"/>
          </a:xfrm>
          <a:prstGeom prst="rect">
            <a:avLst/>
          </a:prstGeom>
        </p:spPr>
      </p:pic>
      <p:pic>
        <p:nvPicPr>
          <p:cNvPr id="11" name="Picture 10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31EEDE3-383E-2D56-D33F-28932A737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50" b="38450"/>
          <a:stretch/>
        </p:blipFill>
        <p:spPr>
          <a:xfrm>
            <a:off x="339583" y="4112271"/>
            <a:ext cx="8485758" cy="15841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BF64-47B9-5663-8E11-E5DF1257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36</a:t>
            </a:fld>
            <a:endParaRPr lang="fr-FR"/>
          </a:p>
        </p:txBody>
      </p:sp>
      <p:pic>
        <p:nvPicPr>
          <p:cNvPr id="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5E934F9-4F62-6FB9-4F05-2CD65B0CD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2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E7D17-7746-0208-880F-4F2E756503B0}"/>
              </a:ext>
            </a:extLst>
          </p:cNvPr>
          <p:cNvSpPr txBox="1"/>
          <p:nvPr/>
        </p:nvSpPr>
        <p:spPr>
          <a:xfrm>
            <a:off x="3491880" y="404664"/>
            <a:ext cx="2412838" cy="511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8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Framework</a:t>
            </a:r>
            <a:endParaRPr lang="fr-FR" sz="28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389E4F8-C5D5-9A7A-2986-B22556D14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00"/>
          <a:stretch/>
        </p:blipFill>
        <p:spPr>
          <a:xfrm>
            <a:off x="400559" y="4365104"/>
            <a:ext cx="8485758" cy="1268760"/>
          </a:xfrm>
          <a:prstGeom prst="rect">
            <a:avLst/>
          </a:prstGeom>
        </p:spPr>
      </p:pic>
      <p:pic>
        <p:nvPicPr>
          <p:cNvPr id="13" name="Picture 12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37D767B-67AE-9A27-BD31-AF31A5049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50" b="17849"/>
          <a:stretch/>
        </p:blipFill>
        <p:spPr>
          <a:xfrm>
            <a:off x="400559" y="2952328"/>
            <a:ext cx="8485758" cy="1412776"/>
          </a:xfrm>
          <a:prstGeom prst="rect">
            <a:avLst/>
          </a:prstGeom>
        </p:spPr>
      </p:pic>
      <p:pic>
        <p:nvPicPr>
          <p:cNvPr id="15" name="Picture 14" descr="A computer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3E66958-7E3A-4062-7722-B365B859E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38" b="38450"/>
          <a:stretch/>
        </p:blipFill>
        <p:spPr>
          <a:xfrm>
            <a:off x="400559" y="1435920"/>
            <a:ext cx="8485758" cy="151640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40D0-3D30-A140-F13B-E65F05E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37</a:t>
            </a:fld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E0C9B-8C78-22E9-6CAD-D6DE667CC13C}"/>
              </a:ext>
            </a:extLst>
          </p:cNvPr>
          <p:cNvSpPr txBox="1"/>
          <p:nvPr/>
        </p:nvSpPr>
        <p:spPr>
          <a:xfrm>
            <a:off x="73152" y="6327309"/>
            <a:ext cx="304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rgbClr val="00206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C:\Users\A6QU89\OneDrive - univ-lyon2.fr\UML1.pdf</a:t>
            </a:r>
            <a:endParaRPr lang="fr-FR" sz="1400">
              <a:solidFill>
                <a:srgbClr val="002060"/>
              </a:solidFill>
            </a:endParaRPr>
          </a:p>
        </p:txBody>
      </p:sp>
      <p:pic>
        <p:nvPicPr>
          <p:cNvPr id="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60806C0-2D92-FFBE-FACB-364C93FB5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91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E7D17-7746-0208-880F-4F2E756503B0}"/>
              </a:ext>
            </a:extLst>
          </p:cNvPr>
          <p:cNvSpPr txBox="1"/>
          <p:nvPr/>
        </p:nvSpPr>
        <p:spPr>
          <a:xfrm>
            <a:off x="1995696" y="292521"/>
            <a:ext cx="5098212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Digital Biomarker Integration for New CPAP Patients (From Day 1)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40D0-3D30-A140-F13B-E65F05E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38</a:t>
            </a:fld>
            <a:endParaRPr lang="fr-FR"/>
          </a:p>
        </p:txBody>
      </p:sp>
      <p:pic>
        <p:nvPicPr>
          <p:cNvPr id="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868520EF-A438-7F8E-494C-3871421F72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232B4-B615-37E4-A64B-459F3932FE90}"/>
              </a:ext>
            </a:extLst>
          </p:cNvPr>
          <p:cNvSpPr txBox="1"/>
          <p:nvPr/>
        </p:nvSpPr>
        <p:spPr>
          <a:xfrm>
            <a:off x="197088" y="1463198"/>
            <a:ext cx="8695428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Goal: Apply digital biomarkers immediately to optimize therapy from the start.</a:t>
            </a:r>
            <a:b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Immediate Biomarker Use is Essential?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New CPAP users often struggle with adherence.</a:t>
            </a:r>
            <a:b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Early monitoring detects therapy inefficacy before dropout occurs.</a:t>
            </a:r>
            <a:b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Identifying risk factors early allows for personalized intervention.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E9B47E-83B2-8F8F-A9C0-39F00B6F2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786867"/>
              </p:ext>
            </p:extLst>
          </p:nvPr>
        </p:nvGraphicFramePr>
        <p:xfrm>
          <a:off x="283393" y="3552080"/>
          <a:ext cx="5255568" cy="2697862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382307">
                  <a:extLst>
                    <a:ext uri="{9D8B030D-6E8A-4147-A177-3AD203B41FA5}">
                      <a16:colId xmlns:a16="http://schemas.microsoft.com/office/drawing/2014/main" val="2766654538"/>
                    </a:ext>
                  </a:extLst>
                </a:gridCol>
                <a:gridCol w="2113472">
                  <a:extLst>
                    <a:ext uri="{9D8B030D-6E8A-4147-A177-3AD203B41FA5}">
                      <a16:colId xmlns:a16="http://schemas.microsoft.com/office/drawing/2014/main" val="281323229"/>
                    </a:ext>
                  </a:extLst>
                </a:gridCol>
                <a:gridCol w="1759789">
                  <a:extLst>
                    <a:ext uri="{9D8B030D-6E8A-4147-A177-3AD203B41FA5}">
                      <a16:colId xmlns:a16="http://schemas.microsoft.com/office/drawing/2014/main" val="353519989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Criteria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Impact on CPAP Therapy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2189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OSA Severity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High AHI (&gt;30) or Oxygen Desaturation Index (ODI)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Requires continuous </a:t>
                      </a:r>
                      <a:r>
                        <a:rPr lang="en-US" sz="1100" b="0" kern="100" err="1">
                          <a:effectLst/>
                        </a:rPr>
                        <a:t>SpO</a:t>
                      </a:r>
                      <a:r>
                        <a:rPr lang="en-US" sz="1100" b="0" kern="100">
                          <a:effectLst/>
                        </a:rPr>
                        <a:t>₂ &amp; HRV tracking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9347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Cardiovascular Comorbidities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Hypertension, Heart Disease, High BP Variability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HRV + BP Monitoring to track cardiovascular response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2672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Obesity &amp; Metabolic Risks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BMI &gt; 30, Diabetes, Insulin Resistance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Respiratory rate &amp; HRV monitoring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78767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Sympathetic Nervous System Activation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High resting heart rate, BP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HRV &amp; BP variability tracking to detect stress responses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12903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F7C472-A041-7888-BA7B-68A8F87C69D0}"/>
              </a:ext>
            </a:extLst>
          </p:cNvPr>
          <p:cNvSpPr txBox="1"/>
          <p:nvPr/>
        </p:nvSpPr>
        <p:spPr>
          <a:xfrm>
            <a:off x="6232824" y="3931978"/>
            <a:ext cx="2923876" cy="2133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Reduces CPAP dropout rates by detecting early inefficacy.</a:t>
            </a:r>
            <a:endParaRPr lang="fr-FR" sz="1400" kern="1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Provides an AI-driven early warning system for therapy failure.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Improves therapy adherence through adaptive real-time adjustments.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D866A0C-30E9-A7CC-B5D3-4D1075A36335}"/>
              </a:ext>
            </a:extLst>
          </p:cNvPr>
          <p:cNvSpPr/>
          <p:nvPr/>
        </p:nvSpPr>
        <p:spPr>
          <a:xfrm>
            <a:off x="5686067" y="4808943"/>
            <a:ext cx="634280" cy="379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544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E7D17-7746-0208-880F-4F2E756503B0}"/>
              </a:ext>
            </a:extLst>
          </p:cNvPr>
          <p:cNvSpPr txBox="1"/>
          <p:nvPr/>
        </p:nvSpPr>
        <p:spPr>
          <a:xfrm>
            <a:off x="2180424" y="242146"/>
            <a:ext cx="5098212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Adaptive Digital Biomarker Integration for Mid-Treatment CPAP Patients (3+ Months)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40D0-3D30-A140-F13B-E65F05E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39</a:t>
            </a:fld>
            <a:endParaRPr lang="fr-FR"/>
          </a:p>
        </p:txBody>
      </p:sp>
      <p:pic>
        <p:nvPicPr>
          <p:cNvPr id="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868520EF-A438-7F8E-494C-3871421F72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232B4-B615-37E4-A64B-459F3932FE90}"/>
              </a:ext>
            </a:extLst>
          </p:cNvPr>
          <p:cNvSpPr txBox="1"/>
          <p:nvPr/>
        </p:nvSpPr>
        <p:spPr>
          <a:xfrm>
            <a:off x="258311" y="1374667"/>
            <a:ext cx="85254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📌 Goal: Introduce biomarkers selectively based on therapy response and risk factors.</a:t>
            </a:r>
            <a:br>
              <a:rPr lang="en-US" sz="1400"/>
            </a:br>
            <a:r>
              <a:rPr lang="en-US" sz="1400"/>
              <a:t>📌 Purpose: Refine interventions dynamically and ensure long-term adherence.</a:t>
            </a:r>
          </a:p>
          <a:p>
            <a:endParaRPr lang="fr-FR" sz="1400"/>
          </a:p>
          <a:p>
            <a:r>
              <a:rPr lang="en-US" sz="1400"/>
              <a:t>Why Adjust Biomarkers for Patients Already in Therapy?</a:t>
            </a:r>
          </a:p>
          <a:p>
            <a:endParaRPr lang="fr-FR" sz="1400"/>
          </a:p>
          <a:p>
            <a:r>
              <a:rPr lang="en-US" sz="1400"/>
              <a:t>✔ Some patients show therapy response </a:t>
            </a:r>
            <a:r>
              <a:rPr lang="en-US" sz="1400" err="1"/>
              <a:t>notstable</a:t>
            </a:r>
            <a:r>
              <a:rPr lang="en-US" sz="1400"/>
              <a:t> (AHI improvement but persistent symptoms).</a:t>
            </a:r>
            <a:br>
              <a:rPr lang="en-US" sz="1400"/>
            </a:br>
            <a:r>
              <a:rPr lang="en-US" sz="1400"/>
              <a:t>✔ Cardiovascular markers may worsen over time, requiring additional tracking.</a:t>
            </a:r>
            <a:br>
              <a:rPr lang="en-US" sz="1400"/>
            </a:br>
            <a:r>
              <a:rPr lang="en-US" sz="1400"/>
              <a:t>✔ CPAP usage compliance ≠ therapy success (patients may still experience symptoms).</a:t>
            </a:r>
            <a:endParaRPr lang="fr-FR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7C472-A041-7888-BA7B-68A8F87C69D0}"/>
              </a:ext>
            </a:extLst>
          </p:cNvPr>
          <p:cNvSpPr txBox="1"/>
          <p:nvPr/>
        </p:nvSpPr>
        <p:spPr>
          <a:xfrm>
            <a:off x="6320347" y="3892265"/>
            <a:ext cx="291117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/>
              <a:t>Refines CPAP therapy continuously for long-term adherence.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sz="14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/>
              <a:t>Detects therapy inefficacy and need for adjustments early.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sz="14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/>
              <a:t>Prevents unnecessary monitoring burden by targeting specific patient needs.</a:t>
            </a:r>
            <a:endParaRPr lang="fr-FR" sz="140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D866A0C-30E9-A7CC-B5D3-4D1075A36335}"/>
              </a:ext>
            </a:extLst>
          </p:cNvPr>
          <p:cNvSpPr/>
          <p:nvPr/>
        </p:nvSpPr>
        <p:spPr>
          <a:xfrm>
            <a:off x="5686067" y="4808943"/>
            <a:ext cx="634280" cy="379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9DBBDC-5FF0-683C-3E36-D2556D228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00733"/>
              </p:ext>
            </p:extLst>
          </p:nvPr>
        </p:nvGraphicFramePr>
        <p:xfrm>
          <a:off x="258311" y="3332994"/>
          <a:ext cx="5343591" cy="336784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781197">
                  <a:extLst>
                    <a:ext uri="{9D8B030D-6E8A-4147-A177-3AD203B41FA5}">
                      <a16:colId xmlns:a16="http://schemas.microsoft.com/office/drawing/2014/main" val="1048292448"/>
                    </a:ext>
                  </a:extLst>
                </a:gridCol>
                <a:gridCol w="1781197">
                  <a:extLst>
                    <a:ext uri="{9D8B030D-6E8A-4147-A177-3AD203B41FA5}">
                      <a16:colId xmlns:a16="http://schemas.microsoft.com/office/drawing/2014/main" val="2394683712"/>
                    </a:ext>
                  </a:extLst>
                </a:gridCol>
                <a:gridCol w="1781197">
                  <a:extLst>
                    <a:ext uri="{9D8B030D-6E8A-4147-A177-3AD203B41FA5}">
                      <a16:colId xmlns:a16="http://schemas.microsoft.com/office/drawing/2014/main" val="3683321274"/>
                    </a:ext>
                  </a:extLst>
                </a:gridCol>
              </a:tblGrid>
              <a:tr h="391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Factor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Criteria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</a:rPr>
                        <a:t>Adjustment Strategy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8899423"/>
                  </a:ext>
                </a:extLst>
              </a:tr>
              <a:tr h="693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Worsening Symptoms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Fatigue, morning headaches, BP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Add HRV &amp; BP monitoring to detect therapy inefficacy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81393"/>
                  </a:ext>
                </a:extLst>
              </a:tr>
              <a:tr h="693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CPAP Effectiveness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AHI improvement but no clinical symptom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Monitor respiratory effort &amp; HRV for optimization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939462"/>
                  </a:ext>
                </a:extLst>
              </a:tr>
              <a:tr h="693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Cardiovascular Risk Progression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Hypertension worsening over time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Introduce continuous BP &amp; HRV tracking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791299"/>
                  </a:ext>
                </a:extLst>
              </a:tr>
              <a:tr h="8943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0" kern="100">
                          <a:effectLst/>
                        </a:rPr>
                        <a:t>Patient Expresses Discomfort or Non-Adherence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Reports mask issues, discomfort, therapy resistance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>
                          <a:effectLst/>
                        </a:rPr>
                        <a:t>Adaptive intervention based on biometric stress markers</a:t>
                      </a:r>
                      <a:endParaRPr lang="fr-FR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050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53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0859" y="218287"/>
            <a:ext cx="6279723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br>
              <a:rPr lang="fr-FR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sz="200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34781-EA22-62DE-5F0A-A905934ED216}"/>
              </a:ext>
            </a:extLst>
          </p:cNvPr>
          <p:cNvSpPr txBox="1"/>
          <p:nvPr/>
        </p:nvSpPr>
        <p:spPr>
          <a:xfrm>
            <a:off x="319852" y="1605968"/>
            <a:ext cx="8504296" cy="364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1: Infrastructure &amp; System Setup (Weeks 1–8)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Establish IT infrastructure, integrate data pipelines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Develop a cloud-based data repository for CPAP and digital biomarker data.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Ensure Wearable devices integration.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Define patient inclusion/exclusion criteria for the pilot study.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Secure regulatory approval for patient monitoring and data collection.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Collaborate with Linde, IT teams, and physicians for data standardization.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Interoperability issues between CPAP manufacturers and different biometric devices.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Physicians’ skepticism about AI-driven patient monitoring and clustering models.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A479-02A5-266B-CE91-B3557A41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40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8F56EDC9-93FE-1231-6874-CC541153E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5206" y="261130"/>
            <a:ext cx="6126364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br>
              <a:rPr lang="fr-FR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fr-FR" sz="200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2F552-032C-2843-E262-648A937E7BB7}"/>
              </a:ext>
            </a:extLst>
          </p:cNvPr>
          <p:cNvSpPr txBox="1"/>
          <p:nvPr/>
        </p:nvSpPr>
        <p:spPr>
          <a:xfrm>
            <a:off x="233385" y="1628800"/>
            <a:ext cx="8622208" cy="387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2: Wearable Device Deployment &amp; Data Collection (Weeks 6–16)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Deploy biometric wearables for continuous physiological monitoring and collect real-time patient data.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 wearable sensors: HRV, </a:t>
            </a:r>
            <a:r>
              <a:rPr lang="en-US" sz="14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SpO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₂, BP, EEG, respiratory effort sensors.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Train patients and caregivers on proper device usage.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Ensure real-time data transmission and secure cloud storage.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Validate data accuracy, reliability, and calibration with CPAP usage data.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 compliance issues (some patients may forget or refuse to wear devices).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Connectivity &amp; data transmission reliability (ensuring minimal data loss).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Variability in biomarker readings requires continuous AI model adjustment.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607B-842C-176F-4A9C-9A1952F9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41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6AF7740-703B-E27F-3F91-A668EB1012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7671" y="157162"/>
            <a:ext cx="5891533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endParaRPr lang="fr-FR" sz="200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91767-D735-2A88-B1F9-3F55E07962C5}"/>
              </a:ext>
            </a:extLst>
          </p:cNvPr>
          <p:cNvSpPr txBox="1"/>
          <p:nvPr/>
        </p:nvSpPr>
        <p:spPr>
          <a:xfrm>
            <a:off x="233202" y="1537368"/>
            <a:ext cx="8820472" cy="454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3: AI-Based Patient Clustering &amp; Adaptive Intervention Design (Weeks 10–24)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Develop patient profiles, detect therapy failures, and design personalized interventions based on real-time data.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Implement AI-driven patient clustering models using: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CPAP adherence data (usage trends, compliance history).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Biomarker patterns (HRV fluctuations, </a:t>
            </a:r>
            <a:r>
              <a:rPr lang="en-US" sz="14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SpO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₂ desaturation, AHI trends).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Patient-reported feedback (symptom tracking, perceived therapy benefits).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Develop anomaly detection algorithms to flag therapy failures.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Design an AI-powered decision-support tool for physicians to optimize interventions.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Ensuring clustering accuracy handling variability in patient responses.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Physician acceptance AI models must be explainable and clinically validated.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Handling large data streams in real time requires computational efficiency.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19517-02C4-E42D-C970-A22F0949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42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EDD173F-D9E5-139F-6985-E703B3F3AF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4539" y="167995"/>
            <a:ext cx="5977797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endParaRPr sz="200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87C56-088F-3C4A-2917-F02342DDCC0A}"/>
              </a:ext>
            </a:extLst>
          </p:cNvPr>
          <p:cNvSpPr txBox="1"/>
          <p:nvPr/>
        </p:nvSpPr>
        <p:spPr>
          <a:xfrm>
            <a:off x="251519" y="1548824"/>
            <a:ext cx="8592617" cy="387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4: Adaptive Intervention Deployment (Weeks 18–28)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Implement real-time, personalized interventions based on patient adherence trends and biomarker data.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Deploy automated intervention triggers (alerts, notifications, or physician consultations).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Implement engagement strategies such as: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Personalized coaching messages (based on biomarker fluctuations).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Gamification elements (reward-based engagement).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adherence feedback via mobile apps.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 responsiveness</a:t>
            </a:r>
            <a:r>
              <a:rPr lang="en-US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some patients may ignore or delay acting on alerts.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Scalability concerns, ensuring interventions work across larger populations.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719FB-2A7B-1EC8-E7FA-7FC53EBB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43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C3DAA8F6-C2FF-D5EA-50C6-2017D72246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2973" y="276907"/>
            <a:ext cx="6020929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br>
              <a:rPr lang="fr-FR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sz="200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39483-C7CE-F862-7857-5E7B4707627A}"/>
              </a:ext>
            </a:extLst>
          </p:cNvPr>
          <p:cNvSpPr txBox="1"/>
          <p:nvPr/>
        </p:nvSpPr>
        <p:spPr>
          <a:xfrm>
            <a:off x="251519" y="1484784"/>
            <a:ext cx="8892481" cy="387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5: Model Validation &amp; Cost Analysis (Weeks 22–32)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Validate the effectiveness of interventions, measure patient outcomes, and assess economic feasibility.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Compare intervention groups to assess adherence improvement.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 biomarker-driven therapy success (AHI reduction, HRV stability, </a:t>
            </a:r>
            <a:r>
              <a:rPr lang="en-US" sz="14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SpO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₂ improvements).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Conduct a cost-benefit analysis: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 of wearable devices &amp; software.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Reduction in therapy dropout rates &amp; long-term healthcare savings.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 bugs, software failures, and workflow inefficiencies for system refinement.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 retention, ensuring study participants remain engaged for 6 months.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ACA68-35B1-5653-FCFD-36B519C4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44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DE34F65-3FB1-8264-BAE5-C8D5F964C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6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4;p38">
            <a:extLst>
              <a:ext uri="{FF2B5EF4-FFF2-40B4-BE49-F238E27FC236}">
                <a16:creationId xmlns:a16="http://schemas.microsoft.com/office/drawing/2014/main" id="{8A728BE3-38A9-88E1-4CB7-2FB32560B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218" y="157162"/>
            <a:ext cx="5969171" cy="792088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/>
              <a:t>Implementation Pathway for Real-World Deployment of the CPAP Optimization Framework</a:t>
            </a:r>
            <a:br>
              <a:rPr lang="fr-FR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fr-FR" sz="200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5B00C-B3C2-EA8D-5B1A-0AC005459DAF}"/>
              </a:ext>
            </a:extLst>
          </p:cNvPr>
          <p:cNvSpPr txBox="1"/>
          <p:nvPr/>
        </p:nvSpPr>
        <p:spPr>
          <a:xfrm>
            <a:off x="179512" y="1484784"/>
            <a:ext cx="8833197" cy="3543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Phase 6: Full-Scale Deployment &amp; Continuous Optimization (Post-Pilot, Month 6 Onward)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📌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Expand to a larger patient population (50+ patients) and continuously improve model performance.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Tasks: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Scale implementation to multiple healthcare settings.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Implement periodic AI model retraining based on new data trends.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Develop a structured feedback loop with stakeholders (physicians, Linde, IT teams).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Optimize real-time monitoring efficiency and system response time.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⚠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Challenges: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Managing large-scale real-time data processing.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Ensuring sustained engagement from physicians and healthcare providers.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632BE-7F25-4F23-A223-6DCE7A53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45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879357F-76F8-2F7C-E8FD-406C3C29C5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6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CA52E739-CDB2-0DCD-8A60-2423999BCFB8}"/>
              </a:ext>
            </a:extLst>
          </p:cNvPr>
          <p:cNvSpPr txBox="1"/>
          <p:nvPr/>
        </p:nvSpPr>
        <p:spPr>
          <a:xfrm>
            <a:off x="1418618" y="210280"/>
            <a:ext cx="6510043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Adherent Patients (Sustaining Long-Term Engagement &amp; Therapy Optimization) Interventions</a:t>
            </a:r>
          </a:p>
        </p:txBody>
      </p:sp>
      <p:sp>
        <p:nvSpPr>
          <p:cNvPr id="82" name="Google Shape;1459;p48">
            <a:extLst>
              <a:ext uri="{FF2B5EF4-FFF2-40B4-BE49-F238E27FC236}">
                <a16:creationId xmlns:a16="http://schemas.microsoft.com/office/drawing/2014/main" id="{CA874C0A-11A6-EA27-3CDC-7440151DF9BF}"/>
              </a:ext>
            </a:extLst>
          </p:cNvPr>
          <p:cNvSpPr/>
          <p:nvPr/>
        </p:nvSpPr>
        <p:spPr>
          <a:xfrm>
            <a:off x="4640878" y="1430343"/>
            <a:ext cx="2151342" cy="1994335"/>
          </a:xfrm>
          <a:custGeom>
            <a:avLst/>
            <a:gdLst/>
            <a:ahLst/>
            <a:cxnLst/>
            <a:rect l="l" t="t" r="r" b="b"/>
            <a:pathLst>
              <a:path w="378" h="432" extrusionOk="0">
                <a:moveTo>
                  <a:pt x="378" y="119"/>
                </a:moveTo>
                <a:cubicBezTo>
                  <a:pt x="378" y="111"/>
                  <a:pt x="374" y="105"/>
                  <a:pt x="367" y="101"/>
                </a:cubicBezTo>
                <a:cubicBezTo>
                  <a:pt x="199" y="4"/>
                  <a:pt x="199" y="4"/>
                  <a:pt x="199" y="4"/>
                </a:cubicBezTo>
                <a:cubicBezTo>
                  <a:pt x="193" y="0"/>
                  <a:pt x="185" y="0"/>
                  <a:pt x="178" y="4"/>
                </a:cubicBezTo>
                <a:cubicBezTo>
                  <a:pt x="11" y="101"/>
                  <a:pt x="11" y="101"/>
                  <a:pt x="11" y="101"/>
                </a:cubicBezTo>
                <a:cubicBezTo>
                  <a:pt x="4" y="104"/>
                  <a:pt x="0" y="111"/>
                  <a:pt x="0" y="119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13"/>
                  <a:pt x="0" y="313"/>
                  <a:pt x="0" y="314"/>
                </a:cubicBezTo>
                <a:cubicBezTo>
                  <a:pt x="0" y="321"/>
                  <a:pt x="4" y="327"/>
                  <a:pt x="10" y="331"/>
                </a:cubicBezTo>
                <a:cubicBezTo>
                  <a:pt x="178" y="428"/>
                  <a:pt x="178" y="428"/>
                  <a:pt x="178" y="428"/>
                </a:cubicBezTo>
                <a:cubicBezTo>
                  <a:pt x="185" y="432"/>
                  <a:pt x="193" y="432"/>
                  <a:pt x="199" y="428"/>
                </a:cubicBezTo>
                <a:cubicBezTo>
                  <a:pt x="367" y="331"/>
                  <a:pt x="367" y="331"/>
                  <a:pt x="367" y="331"/>
                </a:cubicBezTo>
                <a:cubicBezTo>
                  <a:pt x="373" y="327"/>
                  <a:pt x="377" y="321"/>
                  <a:pt x="378" y="314"/>
                </a:cubicBezTo>
                <a:cubicBezTo>
                  <a:pt x="378" y="313"/>
                  <a:pt x="378" y="313"/>
                  <a:pt x="378" y="313"/>
                </a:cubicBezTo>
                <a:cubicBezTo>
                  <a:pt x="378" y="119"/>
                  <a:pt x="378" y="119"/>
                  <a:pt x="378" y="119"/>
                </a:cubicBezTo>
                <a:cubicBezTo>
                  <a:pt x="378" y="119"/>
                  <a:pt x="378" y="119"/>
                  <a:pt x="378" y="11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1460;p48">
            <a:extLst>
              <a:ext uri="{FF2B5EF4-FFF2-40B4-BE49-F238E27FC236}">
                <a16:creationId xmlns:a16="http://schemas.microsoft.com/office/drawing/2014/main" id="{43580CA4-8BBF-7718-89BF-0C57E3ABAAD0}"/>
              </a:ext>
            </a:extLst>
          </p:cNvPr>
          <p:cNvSpPr/>
          <p:nvPr/>
        </p:nvSpPr>
        <p:spPr>
          <a:xfrm>
            <a:off x="2353811" y="1430343"/>
            <a:ext cx="2149320" cy="1994335"/>
          </a:xfrm>
          <a:custGeom>
            <a:avLst/>
            <a:gdLst/>
            <a:ahLst/>
            <a:cxnLst/>
            <a:rect l="l" t="t" r="r" b="b"/>
            <a:pathLst>
              <a:path w="378" h="432" extrusionOk="0">
                <a:moveTo>
                  <a:pt x="378" y="119"/>
                </a:moveTo>
                <a:cubicBezTo>
                  <a:pt x="378" y="111"/>
                  <a:pt x="374" y="105"/>
                  <a:pt x="368" y="101"/>
                </a:cubicBezTo>
                <a:cubicBezTo>
                  <a:pt x="200" y="4"/>
                  <a:pt x="200" y="4"/>
                  <a:pt x="200" y="4"/>
                </a:cubicBezTo>
                <a:cubicBezTo>
                  <a:pt x="193" y="0"/>
                  <a:pt x="185" y="0"/>
                  <a:pt x="179" y="4"/>
                </a:cubicBezTo>
                <a:cubicBezTo>
                  <a:pt x="11" y="101"/>
                  <a:pt x="11" y="101"/>
                  <a:pt x="11" y="101"/>
                </a:cubicBezTo>
                <a:cubicBezTo>
                  <a:pt x="4" y="104"/>
                  <a:pt x="0" y="111"/>
                  <a:pt x="0" y="119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13"/>
                  <a:pt x="0" y="313"/>
                  <a:pt x="0" y="314"/>
                </a:cubicBezTo>
                <a:cubicBezTo>
                  <a:pt x="1" y="321"/>
                  <a:pt x="5" y="327"/>
                  <a:pt x="11" y="331"/>
                </a:cubicBezTo>
                <a:cubicBezTo>
                  <a:pt x="179" y="428"/>
                  <a:pt x="179" y="428"/>
                  <a:pt x="179" y="428"/>
                </a:cubicBezTo>
                <a:cubicBezTo>
                  <a:pt x="185" y="432"/>
                  <a:pt x="193" y="432"/>
                  <a:pt x="200" y="428"/>
                </a:cubicBezTo>
                <a:cubicBezTo>
                  <a:pt x="367" y="331"/>
                  <a:pt x="367" y="331"/>
                  <a:pt x="367" y="331"/>
                </a:cubicBezTo>
                <a:cubicBezTo>
                  <a:pt x="374" y="327"/>
                  <a:pt x="378" y="321"/>
                  <a:pt x="378" y="314"/>
                </a:cubicBezTo>
                <a:cubicBezTo>
                  <a:pt x="378" y="313"/>
                  <a:pt x="378" y="313"/>
                  <a:pt x="378" y="313"/>
                </a:cubicBezTo>
                <a:cubicBezTo>
                  <a:pt x="378" y="119"/>
                  <a:pt x="378" y="119"/>
                  <a:pt x="378" y="119"/>
                </a:cubicBezTo>
                <a:cubicBezTo>
                  <a:pt x="378" y="119"/>
                  <a:pt x="378" y="119"/>
                  <a:pt x="378" y="1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1461;p48">
            <a:extLst>
              <a:ext uri="{FF2B5EF4-FFF2-40B4-BE49-F238E27FC236}">
                <a16:creationId xmlns:a16="http://schemas.microsoft.com/office/drawing/2014/main" id="{DD3DE150-69AF-CA4D-2EFD-F3ECDF399EA5}"/>
              </a:ext>
            </a:extLst>
          </p:cNvPr>
          <p:cNvSpPr/>
          <p:nvPr/>
        </p:nvSpPr>
        <p:spPr>
          <a:xfrm>
            <a:off x="1215339" y="3036984"/>
            <a:ext cx="2145265" cy="1989403"/>
          </a:xfrm>
          <a:custGeom>
            <a:avLst/>
            <a:gdLst/>
            <a:ahLst/>
            <a:cxnLst/>
            <a:rect l="l" t="t" r="r" b="b"/>
            <a:pathLst>
              <a:path w="377" h="431" extrusionOk="0">
                <a:moveTo>
                  <a:pt x="377" y="119"/>
                </a:moveTo>
                <a:cubicBezTo>
                  <a:pt x="377" y="111"/>
                  <a:pt x="373" y="105"/>
                  <a:pt x="367" y="101"/>
                </a:cubicBezTo>
                <a:cubicBezTo>
                  <a:pt x="199" y="4"/>
                  <a:pt x="199" y="4"/>
                  <a:pt x="199" y="4"/>
                </a:cubicBezTo>
                <a:cubicBezTo>
                  <a:pt x="193" y="0"/>
                  <a:pt x="185" y="0"/>
                  <a:pt x="178" y="4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4"/>
                  <a:pt x="0" y="111"/>
                  <a:pt x="0" y="119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21"/>
                  <a:pt x="4" y="327"/>
                  <a:pt x="10" y="331"/>
                </a:cubicBezTo>
                <a:cubicBezTo>
                  <a:pt x="178" y="428"/>
                  <a:pt x="178" y="428"/>
                  <a:pt x="178" y="428"/>
                </a:cubicBezTo>
                <a:cubicBezTo>
                  <a:pt x="184" y="431"/>
                  <a:pt x="192" y="431"/>
                  <a:pt x="199" y="428"/>
                </a:cubicBezTo>
                <a:cubicBezTo>
                  <a:pt x="367" y="331"/>
                  <a:pt x="367" y="331"/>
                  <a:pt x="367" y="331"/>
                </a:cubicBezTo>
                <a:cubicBezTo>
                  <a:pt x="373" y="327"/>
                  <a:pt x="377" y="321"/>
                  <a:pt x="377" y="313"/>
                </a:cubicBezTo>
                <a:cubicBezTo>
                  <a:pt x="377" y="313"/>
                  <a:pt x="377" y="313"/>
                  <a:pt x="377" y="313"/>
                </a:cubicBezTo>
                <a:cubicBezTo>
                  <a:pt x="377" y="119"/>
                  <a:pt x="377" y="119"/>
                  <a:pt x="377" y="119"/>
                </a:cubicBezTo>
                <a:cubicBezTo>
                  <a:pt x="377" y="119"/>
                  <a:pt x="377" y="119"/>
                  <a:pt x="377" y="11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1462;p48">
            <a:extLst>
              <a:ext uri="{FF2B5EF4-FFF2-40B4-BE49-F238E27FC236}">
                <a16:creationId xmlns:a16="http://schemas.microsoft.com/office/drawing/2014/main" id="{A677C893-6BF7-3524-592D-FDC2B9781AB4}"/>
              </a:ext>
            </a:extLst>
          </p:cNvPr>
          <p:cNvSpPr/>
          <p:nvPr/>
        </p:nvSpPr>
        <p:spPr>
          <a:xfrm>
            <a:off x="5783396" y="3036984"/>
            <a:ext cx="2145265" cy="1989403"/>
          </a:xfrm>
          <a:custGeom>
            <a:avLst/>
            <a:gdLst/>
            <a:ahLst/>
            <a:cxnLst/>
            <a:rect l="l" t="t" r="r" b="b"/>
            <a:pathLst>
              <a:path w="377" h="431" extrusionOk="0">
                <a:moveTo>
                  <a:pt x="377" y="119"/>
                </a:moveTo>
                <a:cubicBezTo>
                  <a:pt x="377" y="111"/>
                  <a:pt x="373" y="105"/>
                  <a:pt x="367" y="101"/>
                </a:cubicBezTo>
                <a:cubicBezTo>
                  <a:pt x="199" y="4"/>
                  <a:pt x="199" y="4"/>
                  <a:pt x="199" y="4"/>
                </a:cubicBezTo>
                <a:cubicBezTo>
                  <a:pt x="193" y="0"/>
                  <a:pt x="185" y="0"/>
                  <a:pt x="178" y="4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4"/>
                  <a:pt x="0" y="111"/>
                  <a:pt x="0" y="119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13"/>
                  <a:pt x="0" y="313"/>
                  <a:pt x="0" y="313"/>
                </a:cubicBezTo>
                <a:cubicBezTo>
                  <a:pt x="0" y="321"/>
                  <a:pt x="4" y="327"/>
                  <a:pt x="10" y="331"/>
                </a:cubicBezTo>
                <a:cubicBezTo>
                  <a:pt x="178" y="428"/>
                  <a:pt x="178" y="428"/>
                  <a:pt x="178" y="428"/>
                </a:cubicBezTo>
                <a:cubicBezTo>
                  <a:pt x="184" y="431"/>
                  <a:pt x="192" y="431"/>
                  <a:pt x="199" y="428"/>
                </a:cubicBezTo>
                <a:cubicBezTo>
                  <a:pt x="367" y="331"/>
                  <a:pt x="367" y="331"/>
                  <a:pt x="367" y="331"/>
                </a:cubicBezTo>
                <a:cubicBezTo>
                  <a:pt x="373" y="327"/>
                  <a:pt x="377" y="321"/>
                  <a:pt x="377" y="313"/>
                </a:cubicBezTo>
                <a:cubicBezTo>
                  <a:pt x="377" y="313"/>
                  <a:pt x="377" y="313"/>
                  <a:pt x="377" y="313"/>
                </a:cubicBezTo>
                <a:cubicBezTo>
                  <a:pt x="377" y="119"/>
                  <a:pt x="377" y="119"/>
                  <a:pt x="377" y="119"/>
                </a:cubicBezTo>
                <a:cubicBezTo>
                  <a:pt x="377" y="119"/>
                  <a:pt x="377" y="119"/>
                  <a:pt x="377" y="11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1463;p48">
            <a:extLst>
              <a:ext uri="{FF2B5EF4-FFF2-40B4-BE49-F238E27FC236}">
                <a16:creationId xmlns:a16="http://schemas.microsoft.com/office/drawing/2014/main" id="{FC71E82D-09F2-CAB9-630C-D2E33560FBF2}"/>
              </a:ext>
            </a:extLst>
          </p:cNvPr>
          <p:cNvSpPr/>
          <p:nvPr/>
        </p:nvSpPr>
        <p:spPr>
          <a:xfrm>
            <a:off x="4640878" y="4643624"/>
            <a:ext cx="2151342" cy="1991047"/>
          </a:xfrm>
          <a:custGeom>
            <a:avLst/>
            <a:gdLst/>
            <a:ahLst/>
            <a:cxnLst/>
            <a:rect l="l" t="t" r="r" b="b"/>
            <a:pathLst>
              <a:path w="378" h="431" extrusionOk="0">
                <a:moveTo>
                  <a:pt x="378" y="118"/>
                </a:moveTo>
                <a:cubicBezTo>
                  <a:pt x="377" y="111"/>
                  <a:pt x="374" y="104"/>
                  <a:pt x="367" y="100"/>
                </a:cubicBezTo>
                <a:cubicBezTo>
                  <a:pt x="200" y="3"/>
                  <a:pt x="200" y="3"/>
                  <a:pt x="200" y="3"/>
                </a:cubicBezTo>
                <a:cubicBezTo>
                  <a:pt x="193" y="0"/>
                  <a:pt x="185" y="0"/>
                  <a:pt x="179" y="3"/>
                </a:cubicBezTo>
                <a:cubicBezTo>
                  <a:pt x="11" y="100"/>
                  <a:pt x="11" y="100"/>
                  <a:pt x="11" y="100"/>
                </a:cubicBezTo>
                <a:cubicBezTo>
                  <a:pt x="4" y="104"/>
                  <a:pt x="0" y="111"/>
                  <a:pt x="0" y="118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12"/>
                  <a:pt x="0" y="312"/>
                  <a:pt x="0" y="313"/>
                </a:cubicBezTo>
                <a:cubicBezTo>
                  <a:pt x="0" y="320"/>
                  <a:pt x="4" y="327"/>
                  <a:pt x="11" y="330"/>
                </a:cubicBezTo>
                <a:cubicBezTo>
                  <a:pt x="178" y="427"/>
                  <a:pt x="178" y="427"/>
                  <a:pt x="178" y="427"/>
                </a:cubicBezTo>
                <a:cubicBezTo>
                  <a:pt x="185" y="431"/>
                  <a:pt x="193" y="431"/>
                  <a:pt x="199" y="427"/>
                </a:cubicBezTo>
                <a:cubicBezTo>
                  <a:pt x="367" y="330"/>
                  <a:pt x="367" y="330"/>
                  <a:pt x="367" y="330"/>
                </a:cubicBezTo>
                <a:cubicBezTo>
                  <a:pt x="374" y="327"/>
                  <a:pt x="377" y="320"/>
                  <a:pt x="378" y="313"/>
                </a:cubicBezTo>
                <a:cubicBezTo>
                  <a:pt x="378" y="313"/>
                  <a:pt x="378" y="312"/>
                  <a:pt x="378" y="312"/>
                </a:cubicBezTo>
                <a:cubicBezTo>
                  <a:pt x="378" y="119"/>
                  <a:pt x="378" y="119"/>
                  <a:pt x="378" y="119"/>
                </a:cubicBezTo>
                <a:cubicBezTo>
                  <a:pt x="378" y="118"/>
                  <a:pt x="378" y="118"/>
                  <a:pt x="378" y="118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1464;p48">
            <a:extLst>
              <a:ext uri="{FF2B5EF4-FFF2-40B4-BE49-F238E27FC236}">
                <a16:creationId xmlns:a16="http://schemas.microsoft.com/office/drawing/2014/main" id="{D8613995-01D3-6C87-4DF2-1F1D9177CDD3}"/>
              </a:ext>
            </a:extLst>
          </p:cNvPr>
          <p:cNvSpPr/>
          <p:nvPr/>
        </p:nvSpPr>
        <p:spPr>
          <a:xfrm>
            <a:off x="2353811" y="4643624"/>
            <a:ext cx="2149320" cy="1991047"/>
          </a:xfrm>
          <a:custGeom>
            <a:avLst/>
            <a:gdLst/>
            <a:ahLst/>
            <a:cxnLst/>
            <a:rect l="l" t="t" r="r" b="b"/>
            <a:pathLst>
              <a:path w="378" h="431" extrusionOk="0">
                <a:moveTo>
                  <a:pt x="378" y="118"/>
                </a:moveTo>
                <a:cubicBezTo>
                  <a:pt x="378" y="111"/>
                  <a:pt x="374" y="104"/>
                  <a:pt x="367" y="100"/>
                </a:cubicBezTo>
                <a:cubicBezTo>
                  <a:pt x="200" y="3"/>
                  <a:pt x="200" y="3"/>
                  <a:pt x="200" y="3"/>
                </a:cubicBezTo>
                <a:cubicBezTo>
                  <a:pt x="193" y="0"/>
                  <a:pt x="185" y="0"/>
                  <a:pt x="179" y="3"/>
                </a:cubicBezTo>
                <a:cubicBezTo>
                  <a:pt x="11" y="100"/>
                  <a:pt x="11" y="100"/>
                  <a:pt x="11" y="100"/>
                </a:cubicBezTo>
                <a:cubicBezTo>
                  <a:pt x="4" y="104"/>
                  <a:pt x="1" y="111"/>
                  <a:pt x="0" y="118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12"/>
                  <a:pt x="0" y="312"/>
                  <a:pt x="0" y="313"/>
                </a:cubicBezTo>
                <a:cubicBezTo>
                  <a:pt x="1" y="320"/>
                  <a:pt x="4" y="327"/>
                  <a:pt x="11" y="330"/>
                </a:cubicBezTo>
                <a:cubicBezTo>
                  <a:pt x="179" y="427"/>
                  <a:pt x="179" y="427"/>
                  <a:pt x="179" y="427"/>
                </a:cubicBezTo>
                <a:cubicBezTo>
                  <a:pt x="185" y="431"/>
                  <a:pt x="193" y="431"/>
                  <a:pt x="199" y="427"/>
                </a:cubicBezTo>
                <a:cubicBezTo>
                  <a:pt x="367" y="330"/>
                  <a:pt x="367" y="330"/>
                  <a:pt x="367" y="330"/>
                </a:cubicBezTo>
                <a:cubicBezTo>
                  <a:pt x="374" y="327"/>
                  <a:pt x="378" y="320"/>
                  <a:pt x="378" y="313"/>
                </a:cubicBezTo>
                <a:cubicBezTo>
                  <a:pt x="378" y="313"/>
                  <a:pt x="378" y="312"/>
                  <a:pt x="378" y="312"/>
                </a:cubicBezTo>
                <a:cubicBezTo>
                  <a:pt x="378" y="119"/>
                  <a:pt x="378" y="119"/>
                  <a:pt x="378" y="119"/>
                </a:cubicBezTo>
                <a:cubicBezTo>
                  <a:pt x="378" y="118"/>
                  <a:pt x="378" y="118"/>
                  <a:pt x="378" y="1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FB216-2D74-4B02-355E-F4C6C90B7CDF}"/>
              </a:ext>
            </a:extLst>
          </p:cNvPr>
          <p:cNvSpPr txBox="1"/>
          <p:nvPr/>
        </p:nvSpPr>
        <p:spPr>
          <a:xfrm>
            <a:off x="1932862" y="1743406"/>
            <a:ext cx="2502024" cy="108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1200">
              <a:effectLst/>
            </a:endParaRPr>
          </a:p>
          <a:p>
            <a:pPr lvl="1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 therapy optimization: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Periodic CPAP pressure adjustments based on biometric trends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589B4-F9BD-BBF9-B09E-8B2A806829AA}"/>
              </a:ext>
            </a:extLst>
          </p:cNvPr>
          <p:cNvSpPr txBox="1"/>
          <p:nvPr/>
        </p:nvSpPr>
        <p:spPr>
          <a:xfrm>
            <a:off x="1109252" y="3683295"/>
            <a:ext cx="2357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Monthly biomarker analysis: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Monitor physiological trends to detect silent therapy</a:t>
            </a:r>
            <a:endParaRPr lang="fr-FR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7FC5B-8C7C-1F5B-0A62-484CC5599CA8}"/>
              </a:ext>
            </a:extLst>
          </p:cNvPr>
          <p:cNvSpPr txBox="1"/>
          <p:nvPr/>
        </p:nvSpPr>
        <p:spPr>
          <a:xfrm>
            <a:off x="3708502" y="1944013"/>
            <a:ext cx="3006080" cy="876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AI-based treatment feedback: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Recommend real-time pressure adjustments based on data patterns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35A0B0-9F5F-6839-38E3-37769025D20F}"/>
              </a:ext>
            </a:extLst>
          </p:cNvPr>
          <p:cNvSpPr txBox="1"/>
          <p:nvPr/>
        </p:nvSpPr>
        <p:spPr>
          <a:xfrm>
            <a:off x="4492413" y="5198671"/>
            <a:ext cx="2448272" cy="876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Automated positive reinforcement: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Behavioral reinforcement strategies via personalized digital gamification 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B7589-E17D-A3F2-3D14-E7EFD47CC431}"/>
              </a:ext>
            </a:extLst>
          </p:cNvPr>
          <p:cNvSpPr txBox="1"/>
          <p:nvPr/>
        </p:nvSpPr>
        <p:spPr>
          <a:xfrm>
            <a:off x="5742640" y="3550653"/>
            <a:ext cx="2252010" cy="876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Bi-annual clinical evaluations: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Physician integrate sleep quality assessments (ESS, SF-36)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A7AB87-0737-1C46-8CB3-60D23C6A7815}"/>
              </a:ext>
            </a:extLst>
          </p:cNvPr>
          <p:cNvSpPr txBox="1"/>
          <p:nvPr/>
        </p:nvSpPr>
        <p:spPr>
          <a:xfrm>
            <a:off x="2278493" y="5285004"/>
            <a:ext cx="2190899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Smart alert system: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Detect early signs of declining adherence trends</a:t>
            </a:r>
            <a:endParaRPr lang="fr-FR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F4CC8-B937-4871-6840-87430488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46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1498A47C-AE23-D33B-A528-AC6473DC4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6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1FAA06-0861-C2A8-4F75-CAEF5801B6C1}"/>
              </a:ext>
            </a:extLst>
          </p:cNvPr>
          <p:cNvSpPr txBox="1"/>
          <p:nvPr/>
        </p:nvSpPr>
        <p:spPr>
          <a:xfrm>
            <a:off x="1509622" y="292169"/>
            <a:ext cx="6124755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Non-Adherent Patients (Addressing Barriers &amp; Preventing Therapy Dropout) Interventions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oogle Shape;1052;p68">
            <a:extLst>
              <a:ext uri="{FF2B5EF4-FFF2-40B4-BE49-F238E27FC236}">
                <a16:creationId xmlns:a16="http://schemas.microsoft.com/office/drawing/2014/main" id="{2CF1655E-04F6-E2FC-478E-250E71FE885B}"/>
              </a:ext>
            </a:extLst>
          </p:cNvPr>
          <p:cNvGrpSpPr/>
          <p:nvPr/>
        </p:nvGrpSpPr>
        <p:grpSpPr>
          <a:xfrm>
            <a:off x="303126" y="2025497"/>
            <a:ext cx="8680623" cy="631304"/>
            <a:chOff x="4411970" y="2468674"/>
            <a:chExt cx="747317" cy="167425"/>
          </a:xfrm>
        </p:grpSpPr>
        <p:sp>
          <p:nvSpPr>
            <p:cNvPr id="12" name="Google Shape;1053;p68">
              <a:extLst>
                <a:ext uri="{FF2B5EF4-FFF2-40B4-BE49-F238E27FC236}">
                  <a16:creationId xmlns:a16="http://schemas.microsoft.com/office/drawing/2014/main" id="{286318B9-F12F-85C8-4266-1805D8C7445F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Real-time intervention triggers</a:t>
              </a:r>
              <a:endParaRPr sz="1400"/>
            </a:p>
          </p:txBody>
        </p:sp>
        <p:sp>
          <p:nvSpPr>
            <p:cNvPr id="13" name="Google Shape;1054;p68">
              <a:extLst>
                <a:ext uri="{FF2B5EF4-FFF2-40B4-BE49-F238E27FC236}">
                  <a16:creationId xmlns:a16="http://schemas.microsoft.com/office/drawing/2014/main" id="{F85AF50B-C9C4-6D0C-ADBF-172D2AF47C89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03D3FF5-09FD-0E54-45EF-32E9DD95ABD5}"/>
              </a:ext>
            </a:extLst>
          </p:cNvPr>
          <p:cNvSpPr txBox="1"/>
          <p:nvPr/>
        </p:nvSpPr>
        <p:spPr>
          <a:xfrm>
            <a:off x="2840083" y="2060048"/>
            <a:ext cx="6174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AI-driven algorithms detect early therapy non-adherence and trigger immediate, targeted interventions 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r-FR" sz="1400">
              <a:solidFill>
                <a:schemeClr val="bg1"/>
              </a:solidFill>
            </a:endParaRPr>
          </a:p>
        </p:txBody>
      </p:sp>
      <p:grpSp>
        <p:nvGrpSpPr>
          <p:cNvPr id="16" name="Google Shape;1052;p68">
            <a:extLst>
              <a:ext uri="{FF2B5EF4-FFF2-40B4-BE49-F238E27FC236}">
                <a16:creationId xmlns:a16="http://schemas.microsoft.com/office/drawing/2014/main" id="{E47CF3A6-CC08-ECDB-C338-C4CCDEC0D257}"/>
              </a:ext>
            </a:extLst>
          </p:cNvPr>
          <p:cNvGrpSpPr/>
          <p:nvPr/>
        </p:nvGrpSpPr>
        <p:grpSpPr>
          <a:xfrm>
            <a:off x="303126" y="2777427"/>
            <a:ext cx="8680623" cy="631304"/>
            <a:chOff x="4411970" y="2468674"/>
            <a:chExt cx="747317" cy="167425"/>
          </a:xfrm>
        </p:grpSpPr>
        <p:sp>
          <p:nvSpPr>
            <p:cNvPr id="17" name="Google Shape;1053;p68">
              <a:extLst>
                <a:ext uri="{FF2B5EF4-FFF2-40B4-BE49-F238E27FC236}">
                  <a16:creationId xmlns:a16="http://schemas.microsoft.com/office/drawing/2014/main" id="{C6C53F1D-FF95-1474-893C-E84400FF75DC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Personalized coaching</a:t>
              </a:r>
              <a:endParaRPr sz="1400"/>
            </a:p>
          </p:txBody>
        </p:sp>
        <p:sp>
          <p:nvSpPr>
            <p:cNvPr id="18" name="Google Shape;1054;p68">
              <a:extLst>
                <a:ext uri="{FF2B5EF4-FFF2-40B4-BE49-F238E27FC236}">
                  <a16:creationId xmlns:a16="http://schemas.microsoft.com/office/drawing/2014/main" id="{D6D2758C-B117-47A1-391A-29B540EC9570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58AFD7F-9E78-8CC0-5522-1E7F0AB77A81}"/>
              </a:ext>
            </a:extLst>
          </p:cNvPr>
          <p:cNvSpPr txBox="1"/>
          <p:nvPr/>
        </p:nvSpPr>
        <p:spPr>
          <a:xfrm>
            <a:off x="2809211" y="2831469"/>
            <a:ext cx="6174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Virtual or in-person coaching sessions guided by biometric insights to tailor solutions.</a:t>
            </a:r>
            <a:endParaRPr lang="fr-FR" sz="1400">
              <a:solidFill>
                <a:schemeClr val="bg1"/>
              </a:solidFill>
            </a:endParaRPr>
          </a:p>
        </p:txBody>
      </p:sp>
      <p:grpSp>
        <p:nvGrpSpPr>
          <p:cNvPr id="20" name="Google Shape;1052;p68">
            <a:extLst>
              <a:ext uri="{FF2B5EF4-FFF2-40B4-BE49-F238E27FC236}">
                <a16:creationId xmlns:a16="http://schemas.microsoft.com/office/drawing/2014/main" id="{D51B8A6F-D796-478B-F640-6EF1BC9B891F}"/>
              </a:ext>
            </a:extLst>
          </p:cNvPr>
          <p:cNvGrpSpPr/>
          <p:nvPr/>
        </p:nvGrpSpPr>
        <p:grpSpPr>
          <a:xfrm>
            <a:off x="303126" y="3515480"/>
            <a:ext cx="8680623" cy="631304"/>
            <a:chOff x="4411970" y="2468674"/>
            <a:chExt cx="747317" cy="167425"/>
          </a:xfrm>
        </p:grpSpPr>
        <p:sp>
          <p:nvSpPr>
            <p:cNvPr id="21" name="Google Shape;1053;p68">
              <a:extLst>
                <a:ext uri="{FF2B5EF4-FFF2-40B4-BE49-F238E27FC236}">
                  <a16:creationId xmlns:a16="http://schemas.microsoft.com/office/drawing/2014/main" id="{435908DD-97FD-8E4A-8A29-7F92ABD13F54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Mask-fitting optimization comfort adjustments</a:t>
              </a:r>
              <a:endParaRPr sz="1400"/>
            </a:p>
          </p:txBody>
        </p:sp>
        <p:sp>
          <p:nvSpPr>
            <p:cNvPr id="22" name="Google Shape;1054;p68">
              <a:extLst>
                <a:ext uri="{FF2B5EF4-FFF2-40B4-BE49-F238E27FC236}">
                  <a16:creationId xmlns:a16="http://schemas.microsoft.com/office/drawing/2014/main" id="{26228302-001A-180A-CA9B-480588D15CD0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C4EF91E-66DA-B7D2-0DA4-5042C35DF02A}"/>
              </a:ext>
            </a:extLst>
          </p:cNvPr>
          <p:cNvSpPr txBox="1"/>
          <p:nvPr/>
        </p:nvSpPr>
        <p:spPr>
          <a:xfrm>
            <a:off x="2809211" y="3569522"/>
            <a:ext cx="6174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AI-driven facial scanning &amp; pressure adaptation to improve fit and comfort dynamically.</a:t>
            </a:r>
            <a:endParaRPr lang="fr-FR" sz="1400">
              <a:solidFill>
                <a:schemeClr val="bg1"/>
              </a:solidFill>
            </a:endParaRPr>
          </a:p>
        </p:txBody>
      </p:sp>
      <p:grpSp>
        <p:nvGrpSpPr>
          <p:cNvPr id="24" name="Google Shape;1052;p68">
            <a:extLst>
              <a:ext uri="{FF2B5EF4-FFF2-40B4-BE49-F238E27FC236}">
                <a16:creationId xmlns:a16="http://schemas.microsoft.com/office/drawing/2014/main" id="{A2A9F481-D6F1-2676-59EE-0BB49D2D7F13}"/>
              </a:ext>
            </a:extLst>
          </p:cNvPr>
          <p:cNvGrpSpPr/>
          <p:nvPr/>
        </p:nvGrpSpPr>
        <p:grpSpPr>
          <a:xfrm>
            <a:off x="303126" y="4245467"/>
            <a:ext cx="8680623" cy="631304"/>
            <a:chOff x="4411970" y="2468674"/>
            <a:chExt cx="747317" cy="167425"/>
          </a:xfrm>
        </p:grpSpPr>
        <p:sp>
          <p:nvSpPr>
            <p:cNvPr id="25" name="Google Shape;1053;p68">
              <a:extLst>
                <a:ext uri="{FF2B5EF4-FFF2-40B4-BE49-F238E27FC236}">
                  <a16:creationId xmlns:a16="http://schemas.microsoft.com/office/drawing/2014/main" id="{BADDEFD2-27D2-CE49-2241-BC2BD3E32B79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rtl="0"/>
              <a:r>
                <a:rPr lang="en-US" sz="1400" b="1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Psychological support integration</a:t>
              </a:r>
              <a:endParaRPr lang="fr-F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Google Shape;1054;p68">
              <a:extLst>
                <a:ext uri="{FF2B5EF4-FFF2-40B4-BE49-F238E27FC236}">
                  <a16:creationId xmlns:a16="http://schemas.microsoft.com/office/drawing/2014/main" id="{651C4F27-864D-5D63-7B34-C01E01139BFA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4A32DAA-4C11-6A7A-5EFB-937B06B5FD36}"/>
              </a:ext>
            </a:extLst>
          </p:cNvPr>
          <p:cNvSpPr txBox="1"/>
          <p:nvPr/>
        </p:nvSpPr>
        <p:spPr>
          <a:xfrm>
            <a:off x="2675364" y="4253533"/>
            <a:ext cx="6468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patients with therapy resistance, implement motivational interviewing strategies, cognitive-behavioral interventions, and stress-reduction techniques.</a:t>
            </a:r>
            <a:endParaRPr lang="fr-FR" sz="1400">
              <a:solidFill>
                <a:schemeClr val="bg1"/>
              </a:solidFill>
            </a:endParaRPr>
          </a:p>
        </p:txBody>
      </p:sp>
      <p:grpSp>
        <p:nvGrpSpPr>
          <p:cNvPr id="30" name="Google Shape;1052;p68">
            <a:extLst>
              <a:ext uri="{FF2B5EF4-FFF2-40B4-BE49-F238E27FC236}">
                <a16:creationId xmlns:a16="http://schemas.microsoft.com/office/drawing/2014/main" id="{59170B89-B12D-C29E-93EA-B26F5A6FB10D}"/>
              </a:ext>
            </a:extLst>
          </p:cNvPr>
          <p:cNvGrpSpPr/>
          <p:nvPr/>
        </p:nvGrpSpPr>
        <p:grpSpPr>
          <a:xfrm>
            <a:off x="303126" y="4983520"/>
            <a:ext cx="8680623" cy="631304"/>
            <a:chOff x="4411970" y="2468674"/>
            <a:chExt cx="747317" cy="167425"/>
          </a:xfrm>
        </p:grpSpPr>
        <p:sp>
          <p:nvSpPr>
            <p:cNvPr id="31" name="Google Shape;1053;p68">
              <a:extLst>
                <a:ext uri="{FF2B5EF4-FFF2-40B4-BE49-F238E27FC236}">
                  <a16:creationId xmlns:a16="http://schemas.microsoft.com/office/drawing/2014/main" id="{73837F1B-4BCC-3142-172F-5E2F5CC25016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rtl="0"/>
              <a:r>
                <a:rPr lang="en-US" sz="1400" b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Telemonitoring </a:t>
              </a:r>
            </a:p>
            <a:p>
              <a:pPr rtl="0"/>
              <a:r>
                <a:rPr lang="en-US" sz="1400" b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&amp; physician alerts</a:t>
              </a:r>
              <a:endParaRPr lang="fr-F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Google Shape;1054;p68">
              <a:extLst>
                <a:ext uri="{FF2B5EF4-FFF2-40B4-BE49-F238E27FC236}">
                  <a16:creationId xmlns:a16="http://schemas.microsoft.com/office/drawing/2014/main" id="{DE3B6994-9804-C6F8-6E36-FB239E196DD6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F608AF-CC0E-0C3E-21F4-3DEC1862DB22}"/>
              </a:ext>
            </a:extLst>
          </p:cNvPr>
          <p:cNvSpPr txBox="1"/>
          <p:nvPr/>
        </p:nvSpPr>
        <p:spPr>
          <a:xfrm>
            <a:off x="2809211" y="5005465"/>
            <a:ext cx="6468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a patient fails to reach a minimum adherence threshold, direct physician involvement is triggered for a structured intervention session.</a:t>
            </a:r>
            <a:endParaRPr lang="fr-FR" sz="1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91BF9-AD0F-2C49-6105-6258247D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9621" y="6543746"/>
            <a:ext cx="1905000" cy="223838"/>
          </a:xfrm>
        </p:spPr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47</a:t>
            </a:fld>
            <a:endParaRPr lang="fr-FR"/>
          </a:p>
        </p:txBody>
      </p:sp>
      <p:pic>
        <p:nvPicPr>
          <p:cNvPr id="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7439778D-8F5B-DC61-CBC9-0301D3BDF2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8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1FAA06-0861-C2A8-4F75-CAEF5801B6C1}"/>
              </a:ext>
            </a:extLst>
          </p:cNvPr>
          <p:cNvSpPr txBox="1"/>
          <p:nvPr/>
        </p:nvSpPr>
        <p:spPr>
          <a:xfrm>
            <a:off x="1634489" y="285719"/>
            <a:ext cx="6179822" cy="72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Attempting Patients (Transitioning from Partial to Full Adherence) Interventions</a:t>
            </a:r>
            <a:endParaRPr lang="fr-FR" sz="200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" name="Google Shape;1077;p68">
            <a:extLst>
              <a:ext uri="{FF2B5EF4-FFF2-40B4-BE49-F238E27FC236}">
                <a16:creationId xmlns:a16="http://schemas.microsoft.com/office/drawing/2014/main" id="{33681C0E-3567-B78A-C048-CF77666A7716}"/>
              </a:ext>
            </a:extLst>
          </p:cNvPr>
          <p:cNvGrpSpPr/>
          <p:nvPr/>
        </p:nvGrpSpPr>
        <p:grpSpPr>
          <a:xfrm>
            <a:off x="232141" y="2059082"/>
            <a:ext cx="8679718" cy="869747"/>
            <a:chOff x="4411970" y="2233974"/>
            <a:chExt cx="763574" cy="189068"/>
          </a:xfrm>
        </p:grpSpPr>
        <p:sp>
          <p:nvSpPr>
            <p:cNvPr id="9" name="Google Shape;1078;p68">
              <a:extLst>
                <a:ext uri="{FF2B5EF4-FFF2-40B4-BE49-F238E27FC236}">
                  <a16:creationId xmlns:a16="http://schemas.microsoft.com/office/drawing/2014/main" id="{78441894-D282-E8E9-D541-0C1C2607D0F0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9;p68">
              <a:extLst>
                <a:ext uri="{FF2B5EF4-FFF2-40B4-BE49-F238E27FC236}">
                  <a16:creationId xmlns:a16="http://schemas.microsoft.com/office/drawing/2014/main" id="{7172AF51-F5F9-17E5-CB16-939C371CE874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54AF5AB-A090-64AC-E14D-AE9E34AEFF27}"/>
              </a:ext>
            </a:extLst>
          </p:cNvPr>
          <p:cNvSpPr txBox="1"/>
          <p:nvPr/>
        </p:nvSpPr>
        <p:spPr>
          <a:xfrm>
            <a:off x="107504" y="2080634"/>
            <a:ext cx="2496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AI-driven dynamic adherence scoring</a:t>
            </a:r>
            <a:endParaRPr lang="fr-FR" sz="1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576E75-40A9-A6B1-7920-6B938FD2905A}"/>
              </a:ext>
            </a:extLst>
          </p:cNvPr>
          <p:cNvSpPr txBox="1"/>
          <p:nvPr/>
        </p:nvSpPr>
        <p:spPr>
          <a:xfrm>
            <a:off x="3105520" y="2304609"/>
            <a:ext cx="5930976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Patients receive real-time, personalized adherence insights and predictive risk scores to help them stay on track.</a:t>
            </a:r>
            <a:endParaRPr lang="fr-FR" sz="1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oogle Shape;1077;p68">
            <a:extLst>
              <a:ext uri="{FF2B5EF4-FFF2-40B4-BE49-F238E27FC236}">
                <a16:creationId xmlns:a16="http://schemas.microsoft.com/office/drawing/2014/main" id="{11D1BAA9-B9F8-C3AE-29B3-28EE2BA6D328}"/>
              </a:ext>
            </a:extLst>
          </p:cNvPr>
          <p:cNvGrpSpPr/>
          <p:nvPr/>
        </p:nvGrpSpPr>
        <p:grpSpPr>
          <a:xfrm>
            <a:off x="239013" y="3016104"/>
            <a:ext cx="8679718" cy="869747"/>
            <a:chOff x="4411970" y="2233974"/>
            <a:chExt cx="763574" cy="189068"/>
          </a:xfrm>
        </p:grpSpPr>
        <p:sp>
          <p:nvSpPr>
            <p:cNvPr id="37" name="Google Shape;1078;p68">
              <a:extLst>
                <a:ext uri="{FF2B5EF4-FFF2-40B4-BE49-F238E27FC236}">
                  <a16:creationId xmlns:a16="http://schemas.microsoft.com/office/drawing/2014/main" id="{4A9BC8D4-5F6A-4B61-FDB0-0D0FF77CB7E2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79;p68">
              <a:extLst>
                <a:ext uri="{FF2B5EF4-FFF2-40B4-BE49-F238E27FC236}">
                  <a16:creationId xmlns:a16="http://schemas.microsoft.com/office/drawing/2014/main" id="{044A80FF-1662-D83A-FA34-37670C5ED275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45F404F-CE3D-A427-FD56-7B64F52E957D}"/>
              </a:ext>
            </a:extLst>
          </p:cNvPr>
          <p:cNvSpPr txBox="1"/>
          <p:nvPr/>
        </p:nvSpPr>
        <p:spPr>
          <a:xfrm>
            <a:off x="114376" y="3037656"/>
            <a:ext cx="2496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Real-time CPAP feedback &amp; education</a:t>
            </a:r>
            <a:endParaRPr lang="fr-FR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8C225C-4ECA-6FE9-ED1C-5EAC6D9C3511}"/>
              </a:ext>
            </a:extLst>
          </p:cNvPr>
          <p:cNvSpPr txBox="1"/>
          <p:nvPr/>
        </p:nvSpPr>
        <p:spPr>
          <a:xfrm>
            <a:off x="3112392" y="3173411"/>
            <a:ext cx="6031608" cy="77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Personalized alerts provide daily adherence summaries, pressure adjustments, and bite-sized CPAP training videos to encourage consistent use.</a:t>
            </a:r>
            <a:endParaRPr lang="fr-FR" sz="1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Google Shape;1077;p68">
            <a:extLst>
              <a:ext uri="{FF2B5EF4-FFF2-40B4-BE49-F238E27FC236}">
                <a16:creationId xmlns:a16="http://schemas.microsoft.com/office/drawing/2014/main" id="{0A45E4BD-27BF-6987-93FC-4FD3444CA8CB}"/>
              </a:ext>
            </a:extLst>
          </p:cNvPr>
          <p:cNvGrpSpPr/>
          <p:nvPr/>
        </p:nvGrpSpPr>
        <p:grpSpPr>
          <a:xfrm>
            <a:off x="239013" y="4003836"/>
            <a:ext cx="8679718" cy="869747"/>
            <a:chOff x="4411970" y="2233974"/>
            <a:chExt cx="763574" cy="189068"/>
          </a:xfrm>
        </p:grpSpPr>
        <p:sp>
          <p:nvSpPr>
            <p:cNvPr id="42" name="Google Shape;1078;p68">
              <a:extLst>
                <a:ext uri="{FF2B5EF4-FFF2-40B4-BE49-F238E27FC236}">
                  <a16:creationId xmlns:a16="http://schemas.microsoft.com/office/drawing/2014/main" id="{0FCB2FF2-B156-149E-C5E7-8B94370C5022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79;p68">
              <a:extLst>
                <a:ext uri="{FF2B5EF4-FFF2-40B4-BE49-F238E27FC236}">
                  <a16:creationId xmlns:a16="http://schemas.microsoft.com/office/drawing/2014/main" id="{DA39D3B6-A30A-C0FD-8AC4-8141BA2ED5DA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93500A-972D-5E9B-0C3C-488BFBF92C72}"/>
              </a:ext>
            </a:extLst>
          </p:cNvPr>
          <p:cNvSpPr txBox="1"/>
          <p:nvPr/>
        </p:nvSpPr>
        <p:spPr>
          <a:xfrm>
            <a:off x="114376" y="4025388"/>
            <a:ext cx="2496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Nightly adherence reinforcement</a:t>
            </a:r>
            <a:endParaRPr lang="fr-FR" sz="1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B85816-E3AE-876A-FD7C-74ADB8043AC6}"/>
              </a:ext>
            </a:extLst>
          </p:cNvPr>
          <p:cNvSpPr txBox="1"/>
          <p:nvPr/>
        </p:nvSpPr>
        <p:spPr>
          <a:xfrm>
            <a:off x="3206750" y="4268584"/>
            <a:ext cx="5930085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AI-driven digital assistant provides personalized encouragement messages, progress comparisons, and recommendations.</a:t>
            </a:r>
            <a:endParaRPr lang="fr-FR" sz="1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oogle Shape;1077;p68">
            <a:extLst>
              <a:ext uri="{FF2B5EF4-FFF2-40B4-BE49-F238E27FC236}">
                <a16:creationId xmlns:a16="http://schemas.microsoft.com/office/drawing/2014/main" id="{29BC0BB9-75AB-B5F5-A515-BE236735EA8A}"/>
              </a:ext>
            </a:extLst>
          </p:cNvPr>
          <p:cNvGrpSpPr/>
          <p:nvPr/>
        </p:nvGrpSpPr>
        <p:grpSpPr>
          <a:xfrm>
            <a:off x="303579" y="4967253"/>
            <a:ext cx="8679718" cy="869747"/>
            <a:chOff x="4411970" y="2233974"/>
            <a:chExt cx="763574" cy="189068"/>
          </a:xfrm>
        </p:grpSpPr>
        <p:sp>
          <p:nvSpPr>
            <p:cNvPr id="49" name="Google Shape;1078;p68">
              <a:extLst>
                <a:ext uri="{FF2B5EF4-FFF2-40B4-BE49-F238E27FC236}">
                  <a16:creationId xmlns:a16="http://schemas.microsoft.com/office/drawing/2014/main" id="{287BEFB5-372D-90F3-8E28-157040FD3432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79;p68">
              <a:extLst>
                <a:ext uri="{FF2B5EF4-FFF2-40B4-BE49-F238E27FC236}">
                  <a16:creationId xmlns:a16="http://schemas.microsoft.com/office/drawing/2014/main" id="{389D301E-8606-CE5A-6BFA-FE5CF0A5A492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34043AD-5F5F-49AD-EBF8-66AA137356F6}"/>
              </a:ext>
            </a:extLst>
          </p:cNvPr>
          <p:cNvSpPr txBox="1"/>
          <p:nvPr/>
        </p:nvSpPr>
        <p:spPr>
          <a:xfrm>
            <a:off x="232141" y="4930153"/>
            <a:ext cx="24894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Smart nudging strategies and Early-stage intervention triggers</a:t>
            </a:r>
            <a:endParaRPr lang="fr-FR" sz="1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30B53A-711E-21A7-2DBF-286C7756D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387" y="6603879"/>
            <a:ext cx="1905000" cy="223838"/>
          </a:xfrm>
        </p:spPr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48</a:t>
            </a:fld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C2A0D-E45F-41DF-B9CE-A9AD6DFF8197}"/>
              </a:ext>
            </a:extLst>
          </p:cNvPr>
          <p:cNvSpPr txBox="1"/>
          <p:nvPr/>
        </p:nvSpPr>
        <p:spPr>
          <a:xfrm>
            <a:off x="3276600" y="5228331"/>
            <a:ext cx="5930085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</a:t>
            </a:r>
            <a:r>
              <a:rPr lang="fr-FR" sz="1400" kern="100" err="1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predictive</a:t>
            </a:r>
            <a:r>
              <a:rPr lang="fr-FR" sz="14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err="1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analytics</a:t>
            </a:r>
            <a:r>
              <a:rPr lang="fr-FR" sz="14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to intervention at high </a:t>
            </a:r>
            <a:r>
              <a:rPr lang="fr-FR" sz="1400" kern="100" err="1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risk</a:t>
            </a:r>
            <a:r>
              <a:rPr lang="fr-FR" sz="14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dropout point.</a:t>
            </a:r>
            <a:endParaRPr lang="fr-FR" sz="1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CD0D0CAC-754A-C135-6CDF-F9201B97EC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9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39" grpId="0"/>
      <p:bldP spid="40" grpId="0"/>
      <p:bldP spid="44" grpId="0"/>
      <p:bldP spid="45" grpId="0"/>
      <p:bldP spid="51" grpId="0"/>
      <p:bldP spid="5" grpId="0"/>
    </p:bldLst>
  </p:timing>
</p:sld>
</file>

<file path=ppt/theme/theme1.xml><?xml version="1.0" encoding="utf-8"?>
<a:theme xmlns:a="http://schemas.openxmlformats.org/drawingml/2006/main" name="DISP_modele_ppt_20190305-1">
  <a:themeElements>
    <a:clrScheme name="DISP">
      <a:dk1>
        <a:srgbClr val="000000"/>
      </a:dk1>
      <a:lt1>
        <a:srgbClr val="FFFFFF"/>
      </a:lt1>
      <a:dk2>
        <a:srgbClr val="175FA3"/>
      </a:dk2>
      <a:lt2>
        <a:srgbClr val="98BCDB"/>
      </a:lt2>
      <a:accent1>
        <a:srgbClr val="009EE0"/>
      </a:accent1>
      <a:accent2>
        <a:srgbClr val="009680"/>
      </a:accent2>
      <a:accent3>
        <a:srgbClr val="F18E00"/>
      </a:accent3>
      <a:accent4>
        <a:srgbClr val="E5322C"/>
      </a:accent4>
      <a:accent5>
        <a:srgbClr val="DC006B"/>
      </a:accent5>
      <a:accent6>
        <a:srgbClr val="84BA17"/>
      </a:accent6>
      <a:hlink>
        <a:srgbClr val="009EE0"/>
      </a:hlink>
      <a:folHlink>
        <a:srgbClr val="F18E00"/>
      </a:folHlink>
    </a:clrScheme>
    <a:fontScheme name="Fusion">
      <a:majorFont>
        <a:latin typeface="Tahoma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Fusio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ntents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DISP_modele_ppt_20190305-1</Template>
  <TotalTime>0</TotalTime>
  <Words>5845</Words>
  <Application>Microsoft Office PowerPoint</Application>
  <PresentationFormat>On-screen Show (4:3)</PresentationFormat>
  <Paragraphs>1542</Paragraphs>
  <Slides>48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Aptos</vt:lpstr>
      <vt:lpstr>Aptos Narrow</vt:lpstr>
      <vt:lpstr>Arial</vt:lpstr>
      <vt:lpstr>Calibri</vt:lpstr>
      <vt:lpstr>Courier New</vt:lpstr>
      <vt:lpstr>Google Sans</vt:lpstr>
      <vt:lpstr>Segoe UI</vt:lpstr>
      <vt:lpstr>Segoe UI Emoji</vt:lpstr>
      <vt:lpstr>Segoe UI Symbol</vt:lpstr>
      <vt:lpstr>Symbol</vt:lpstr>
      <vt:lpstr>Tahoma</vt:lpstr>
      <vt:lpstr>Wingdings</vt:lpstr>
      <vt:lpstr>WordVisi_MSFontService</vt:lpstr>
      <vt:lpstr>DISP_modele_ppt_20190305-1</vt:lpstr>
      <vt:lpstr>Contents Slide Master</vt:lpstr>
      <vt:lpstr>Process of completed works</vt:lpstr>
      <vt:lpstr>PowerPoint Presentation</vt:lpstr>
      <vt:lpstr>PowerPoint Presentation</vt:lpstr>
      <vt:lpstr>PowerPoint Presentation</vt:lpstr>
      <vt:lpstr>PowerPoint Presentation</vt:lpstr>
      <vt:lpstr>A different approach to using Digital Biomarkers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of Methodology</vt:lpstr>
      <vt:lpstr>PowerPoint Presentation</vt:lpstr>
      <vt:lpstr>PowerPoint Presentation</vt:lpstr>
      <vt:lpstr>PowerPoint Presentation</vt:lpstr>
      <vt:lpstr>PowerPoint Presentation</vt:lpstr>
      <vt:lpstr>Implementation Pathway for Real-World Deployment of the CPAP Optimization Framework </vt:lpstr>
      <vt:lpstr>Implementation Pathway for Real-World Deployment of the CPAP Optimization Framework </vt:lpstr>
      <vt:lpstr>Implementation Pathway for Real-World Deployment of the CPAP Optimization Framework</vt:lpstr>
      <vt:lpstr>Implementation Pathway for Real-World Deployment of the CPAP Optimization Framework</vt:lpstr>
      <vt:lpstr>Implementation Pathway for Real-World Deployment of the CPAP Optimization Framework </vt:lpstr>
      <vt:lpstr>Implementation Pathway for Real-World Deployment of the CPAP Optimization Framework </vt:lpstr>
      <vt:lpstr>PowerPoint Presentation</vt:lpstr>
      <vt:lpstr>PowerPoint Presentation</vt:lpstr>
      <vt:lpstr>PowerPoint Presentation</vt:lpstr>
    </vt:vector>
  </TitlesOfParts>
  <Manager/>
  <Company>INSA Lyon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areymond1</dc:creator>
  <cp:keywords/>
  <dc:description/>
  <cp:lastModifiedBy>Yasaman Kakaei Siahkal</cp:lastModifiedBy>
  <cp:revision>1</cp:revision>
  <dcterms:created xsi:type="dcterms:W3CDTF">2019-03-07T13:44:12Z</dcterms:created>
  <dcterms:modified xsi:type="dcterms:W3CDTF">2026-04-01T13:45:42Z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