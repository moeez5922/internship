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19"/>
  </p:notesMasterIdLst>
  <p:sldIdLst>
    <p:sldId id="1027" r:id="rId3"/>
    <p:sldId id="1029" r:id="rId4"/>
    <p:sldId id="1045" r:id="rId5"/>
    <p:sldId id="1031" r:id="rId6"/>
    <p:sldId id="1046" r:id="rId7"/>
    <p:sldId id="1047" r:id="rId8"/>
    <p:sldId id="1048" r:id="rId9"/>
    <p:sldId id="1049" r:id="rId10"/>
    <p:sldId id="1067" r:id="rId11"/>
    <p:sldId id="1068" r:id="rId12"/>
    <p:sldId id="1060" r:id="rId13"/>
    <p:sldId id="1050" r:id="rId14"/>
    <p:sldId id="1061" r:id="rId15"/>
    <p:sldId id="1033" r:id="rId16"/>
    <p:sldId id="1028" r:id="rId17"/>
    <p:sldId id="1051" r:id="rId18"/>
  </p:sldIdLst>
  <p:sldSz cx="9144000" cy="6858000" type="screen4x3"/>
  <p:notesSz cx="9144000" cy="6858000"/>
  <p:defaultTextStyle>
    <a:defPPr>
      <a:defRPr lang="fr-FR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Tahoma"/>
        <a:ea typeface="+mn-ea"/>
        <a:cs typeface="+mn-cs"/>
      </a:defRPr>
    </a:lvl5pPr>
    <a:lvl6pPr marL="2286000" algn="l" defTabSz="914400">
      <a:defRPr>
        <a:solidFill>
          <a:schemeClr val="tx1"/>
        </a:solidFill>
        <a:latin typeface="Tahoma"/>
        <a:ea typeface="+mn-ea"/>
        <a:cs typeface="+mn-cs"/>
      </a:defRPr>
    </a:lvl6pPr>
    <a:lvl7pPr marL="2743200" algn="l" defTabSz="914400">
      <a:defRPr>
        <a:solidFill>
          <a:schemeClr val="tx1"/>
        </a:solidFill>
        <a:latin typeface="Tahoma"/>
        <a:ea typeface="+mn-ea"/>
        <a:cs typeface="+mn-cs"/>
      </a:defRPr>
    </a:lvl7pPr>
    <a:lvl8pPr marL="3200400" algn="l" defTabSz="914400">
      <a:defRPr>
        <a:solidFill>
          <a:schemeClr val="tx1"/>
        </a:solidFill>
        <a:latin typeface="Tahoma"/>
        <a:ea typeface="+mn-ea"/>
        <a:cs typeface="+mn-cs"/>
      </a:defRPr>
    </a:lvl8pPr>
    <a:lvl9pPr marL="3657600" algn="l" defTabSz="914400">
      <a:defRPr>
        <a:solidFill>
          <a:schemeClr val="tx1"/>
        </a:solidFill>
        <a:latin typeface="Tahoma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5" autoAdjust="0"/>
    <p:restoredTop sz="79122" autoAdjust="0"/>
  </p:normalViewPr>
  <p:slideViewPr>
    <p:cSldViewPr>
      <p:cViewPr varScale="1">
        <p:scale>
          <a:sx n="87" d="100"/>
          <a:sy n="87" d="100"/>
        </p:scale>
        <p:origin x="1956" y="96"/>
      </p:cViewPr>
      <p:guideLst>
        <p:guide orient="horz" pos="2160"/>
        <p:guide pos="2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man Kakaei Siahkal" userId="3a055718-efa7-4260-8c52-a0f17318531d" providerId="ADAL" clId="{5BD8CC17-691B-45B1-BDBD-6BC6C1DC3074}"/>
    <pc:docChg chg="undo custSel modSld">
      <pc:chgData name="Yasaman Kakaei Siahkal" userId="3a055718-efa7-4260-8c52-a0f17318531d" providerId="ADAL" clId="{5BD8CC17-691B-45B1-BDBD-6BC6C1DC3074}" dt="2024-11-06T15:43:26.811" v="106" actId="1076"/>
      <pc:docMkLst>
        <pc:docMk/>
      </pc:docMkLst>
      <pc:sldChg chg="addSp delSp modSp mod">
        <pc:chgData name="Yasaman Kakaei Siahkal" userId="3a055718-efa7-4260-8c52-a0f17318531d" providerId="ADAL" clId="{5BD8CC17-691B-45B1-BDBD-6BC6C1DC3074}" dt="2024-11-06T15:43:26.811" v="106" actId="1076"/>
        <pc:sldMkLst>
          <pc:docMk/>
          <pc:sldMk cId="90748282" sldId="993"/>
        </pc:sldMkLst>
      </pc:sldChg>
      <pc:sldChg chg="addSp delSp modSp mod">
        <pc:chgData name="Yasaman Kakaei Siahkal" userId="3a055718-efa7-4260-8c52-a0f17318531d" providerId="ADAL" clId="{5BD8CC17-691B-45B1-BDBD-6BC6C1DC3074}" dt="2024-11-06T15:40:16.695" v="38" actId="1032"/>
        <pc:sldMkLst>
          <pc:docMk/>
          <pc:sldMk cId="1602168183" sldId="1063"/>
        </pc:sldMkLst>
      </pc:sldChg>
    </pc:docChg>
  </pc:docChgLst>
  <pc:docChgLst>
    <pc:chgData name="Yasaman Kakaei Siahkal" userId="df6c99be-c13c-49bf-83a8-8c73dfdb3d0e" providerId="ADAL" clId="{8F3639DE-4B85-4A17-933E-BB8EDE6D47D1}"/>
    <pc:docChg chg="delSld">
      <pc:chgData name="Yasaman Kakaei Siahkal" userId="df6c99be-c13c-49bf-83a8-8c73dfdb3d0e" providerId="ADAL" clId="{8F3639DE-4B85-4A17-933E-BB8EDE6D47D1}" dt="2026-04-01T13:42:16.603" v="27" actId="47"/>
      <pc:docMkLst>
        <pc:docMk/>
      </pc:docMkLst>
      <pc:sldChg chg="del">
        <pc:chgData name="Yasaman Kakaei Siahkal" userId="df6c99be-c13c-49bf-83a8-8c73dfdb3d0e" providerId="ADAL" clId="{8F3639DE-4B85-4A17-933E-BB8EDE6D47D1}" dt="2026-04-01T13:41:05.547" v="0" actId="47"/>
        <pc:sldMkLst>
          <pc:docMk/>
          <pc:sldMk cId="0" sldId="256"/>
        </pc:sldMkLst>
      </pc:sldChg>
      <pc:sldChg chg="del">
        <pc:chgData name="Yasaman Kakaei Siahkal" userId="df6c99be-c13c-49bf-83a8-8c73dfdb3d0e" providerId="ADAL" clId="{8F3639DE-4B85-4A17-933E-BB8EDE6D47D1}" dt="2026-04-01T13:41:11.691" v="8" actId="47"/>
        <pc:sldMkLst>
          <pc:docMk/>
          <pc:sldMk cId="957377434" sldId="979"/>
        </pc:sldMkLst>
      </pc:sldChg>
      <pc:sldChg chg="del">
        <pc:chgData name="Yasaman Kakaei Siahkal" userId="df6c99be-c13c-49bf-83a8-8c73dfdb3d0e" providerId="ADAL" clId="{8F3639DE-4B85-4A17-933E-BB8EDE6D47D1}" dt="2026-04-01T13:41:14.232" v="10" actId="47"/>
        <pc:sldMkLst>
          <pc:docMk/>
          <pc:sldMk cId="2952232059" sldId="984"/>
        </pc:sldMkLst>
      </pc:sldChg>
      <pc:sldChg chg="del">
        <pc:chgData name="Yasaman Kakaei Siahkal" userId="df6c99be-c13c-49bf-83a8-8c73dfdb3d0e" providerId="ADAL" clId="{8F3639DE-4B85-4A17-933E-BB8EDE6D47D1}" dt="2026-04-01T13:41:11.190" v="7" actId="47"/>
        <pc:sldMkLst>
          <pc:docMk/>
          <pc:sldMk cId="2713232984" sldId="992"/>
        </pc:sldMkLst>
      </pc:sldChg>
      <pc:sldChg chg="del">
        <pc:chgData name="Yasaman Kakaei Siahkal" userId="df6c99be-c13c-49bf-83a8-8c73dfdb3d0e" providerId="ADAL" clId="{8F3639DE-4B85-4A17-933E-BB8EDE6D47D1}" dt="2026-04-01T13:41:14.988" v="12" actId="47"/>
        <pc:sldMkLst>
          <pc:docMk/>
          <pc:sldMk cId="90748282" sldId="993"/>
        </pc:sldMkLst>
      </pc:sldChg>
      <pc:sldChg chg="del">
        <pc:chgData name="Yasaman Kakaei Siahkal" userId="df6c99be-c13c-49bf-83a8-8c73dfdb3d0e" providerId="ADAL" clId="{8F3639DE-4B85-4A17-933E-BB8EDE6D47D1}" dt="2026-04-01T13:42:16.603" v="27" actId="47"/>
        <pc:sldMkLst>
          <pc:docMk/>
          <pc:sldMk cId="176005227" sldId="1025"/>
        </pc:sldMkLst>
      </pc:sldChg>
      <pc:sldChg chg="del">
        <pc:chgData name="Yasaman Kakaei Siahkal" userId="df6c99be-c13c-49bf-83a8-8c73dfdb3d0e" providerId="ADAL" clId="{8F3639DE-4B85-4A17-933E-BB8EDE6D47D1}" dt="2026-04-01T13:41:09.014" v="4" actId="47"/>
        <pc:sldMkLst>
          <pc:docMk/>
          <pc:sldMk cId="845274468" sldId="1034"/>
        </pc:sldMkLst>
      </pc:sldChg>
      <pc:sldChg chg="del">
        <pc:chgData name="Yasaman Kakaei Siahkal" userId="df6c99be-c13c-49bf-83a8-8c73dfdb3d0e" providerId="ADAL" clId="{8F3639DE-4B85-4A17-933E-BB8EDE6D47D1}" dt="2026-04-01T13:41:09.517" v="5" actId="47"/>
        <pc:sldMkLst>
          <pc:docMk/>
          <pc:sldMk cId="2139916965" sldId="1035"/>
        </pc:sldMkLst>
      </pc:sldChg>
      <pc:sldChg chg="del">
        <pc:chgData name="Yasaman Kakaei Siahkal" userId="df6c99be-c13c-49bf-83a8-8c73dfdb3d0e" providerId="ADAL" clId="{8F3639DE-4B85-4A17-933E-BB8EDE6D47D1}" dt="2026-04-01T13:41:15.494" v="13" actId="47"/>
        <pc:sldMkLst>
          <pc:docMk/>
          <pc:sldMk cId="3500021322" sldId="1036"/>
        </pc:sldMkLst>
      </pc:sldChg>
      <pc:sldChg chg="del">
        <pc:chgData name="Yasaman Kakaei Siahkal" userId="df6c99be-c13c-49bf-83a8-8c73dfdb3d0e" providerId="ADAL" clId="{8F3639DE-4B85-4A17-933E-BB8EDE6D47D1}" dt="2026-04-01T13:41:15.842" v="14" actId="47"/>
        <pc:sldMkLst>
          <pc:docMk/>
          <pc:sldMk cId="1213493160" sldId="1037"/>
        </pc:sldMkLst>
      </pc:sldChg>
      <pc:sldChg chg="del">
        <pc:chgData name="Yasaman Kakaei Siahkal" userId="df6c99be-c13c-49bf-83a8-8c73dfdb3d0e" providerId="ADAL" clId="{8F3639DE-4B85-4A17-933E-BB8EDE6D47D1}" dt="2026-04-01T13:41:16.175" v="15" actId="47"/>
        <pc:sldMkLst>
          <pc:docMk/>
          <pc:sldMk cId="453993824" sldId="1038"/>
        </pc:sldMkLst>
      </pc:sldChg>
      <pc:sldChg chg="del">
        <pc:chgData name="Yasaman Kakaei Siahkal" userId="df6c99be-c13c-49bf-83a8-8c73dfdb3d0e" providerId="ADAL" clId="{8F3639DE-4B85-4A17-933E-BB8EDE6D47D1}" dt="2026-04-01T13:41:16.522" v="16" actId="47"/>
        <pc:sldMkLst>
          <pc:docMk/>
          <pc:sldMk cId="4119847394" sldId="1039"/>
        </pc:sldMkLst>
      </pc:sldChg>
      <pc:sldChg chg="del">
        <pc:chgData name="Yasaman Kakaei Siahkal" userId="df6c99be-c13c-49bf-83a8-8c73dfdb3d0e" providerId="ADAL" clId="{8F3639DE-4B85-4A17-933E-BB8EDE6D47D1}" dt="2026-04-01T13:41:16.796" v="17" actId="47"/>
        <pc:sldMkLst>
          <pc:docMk/>
          <pc:sldMk cId="681602101" sldId="1040"/>
        </pc:sldMkLst>
      </pc:sldChg>
      <pc:sldChg chg="del">
        <pc:chgData name="Yasaman Kakaei Siahkal" userId="df6c99be-c13c-49bf-83a8-8c73dfdb3d0e" providerId="ADAL" clId="{8F3639DE-4B85-4A17-933E-BB8EDE6D47D1}" dt="2026-04-01T13:41:17.296" v="18" actId="47"/>
        <pc:sldMkLst>
          <pc:docMk/>
          <pc:sldMk cId="2659107704" sldId="1041"/>
        </pc:sldMkLst>
      </pc:sldChg>
      <pc:sldChg chg="del">
        <pc:chgData name="Yasaman Kakaei Siahkal" userId="df6c99be-c13c-49bf-83a8-8c73dfdb3d0e" providerId="ADAL" clId="{8F3639DE-4B85-4A17-933E-BB8EDE6D47D1}" dt="2026-04-01T13:41:17.834" v="19" actId="47"/>
        <pc:sldMkLst>
          <pc:docMk/>
          <pc:sldMk cId="1731971266" sldId="1042"/>
        </pc:sldMkLst>
      </pc:sldChg>
      <pc:sldChg chg="del">
        <pc:chgData name="Yasaman Kakaei Siahkal" userId="df6c99be-c13c-49bf-83a8-8c73dfdb3d0e" providerId="ADAL" clId="{8F3639DE-4B85-4A17-933E-BB8EDE6D47D1}" dt="2026-04-01T13:41:32.799" v="21" actId="47"/>
        <pc:sldMkLst>
          <pc:docMk/>
          <pc:sldMk cId="2867206968" sldId="1044"/>
        </pc:sldMkLst>
      </pc:sldChg>
      <pc:sldChg chg="del">
        <pc:chgData name="Yasaman Kakaei Siahkal" userId="df6c99be-c13c-49bf-83a8-8c73dfdb3d0e" providerId="ADAL" clId="{8F3639DE-4B85-4A17-933E-BB8EDE6D47D1}" dt="2026-04-01T13:42:11.605" v="23" actId="47"/>
        <pc:sldMkLst>
          <pc:docMk/>
          <pc:sldMk cId="2143417324" sldId="1052"/>
        </pc:sldMkLst>
      </pc:sldChg>
      <pc:sldChg chg="del">
        <pc:chgData name="Yasaman Kakaei Siahkal" userId="df6c99be-c13c-49bf-83a8-8c73dfdb3d0e" providerId="ADAL" clId="{8F3639DE-4B85-4A17-933E-BB8EDE6D47D1}" dt="2026-04-01T13:41:09.988" v="6" actId="47"/>
        <pc:sldMkLst>
          <pc:docMk/>
          <pc:sldMk cId="151193092" sldId="1053"/>
        </pc:sldMkLst>
      </pc:sldChg>
      <pc:sldChg chg="del">
        <pc:chgData name="Yasaman Kakaei Siahkal" userId="df6c99be-c13c-49bf-83a8-8c73dfdb3d0e" providerId="ADAL" clId="{8F3639DE-4B85-4A17-933E-BB8EDE6D47D1}" dt="2026-04-01T13:41:13.316" v="9" actId="47"/>
        <pc:sldMkLst>
          <pc:docMk/>
          <pc:sldMk cId="2651920889" sldId="1054"/>
        </pc:sldMkLst>
      </pc:sldChg>
      <pc:sldChg chg="del">
        <pc:chgData name="Yasaman Kakaei Siahkal" userId="df6c99be-c13c-49bf-83a8-8c73dfdb3d0e" providerId="ADAL" clId="{8F3639DE-4B85-4A17-933E-BB8EDE6D47D1}" dt="2026-04-01T13:42:15.861" v="26" actId="47"/>
        <pc:sldMkLst>
          <pc:docMk/>
          <pc:sldMk cId="3728293805" sldId="1055"/>
        </pc:sldMkLst>
      </pc:sldChg>
      <pc:sldChg chg="del">
        <pc:chgData name="Yasaman Kakaei Siahkal" userId="df6c99be-c13c-49bf-83a8-8c73dfdb3d0e" providerId="ADAL" clId="{8F3639DE-4B85-4A17-933E-BB8EDE6D47D1}" dt="2026-04-01T13:42:09.267" v="22" actId="47"/>
        <pc:sldMkLst>
          <pc:docMk/>
          <pc:sldMk cId="2732927326" sldId="1056"/>
        </pc:sldMkLst>
      </pc:sldChg>
      <pc:sldChg chg="del">
        <pc:chgData name="Yasaman Kakaei Siahkal" userId="df6c99be-c13c-49bf-83a8-8c73dfdb3d0e" providerId="ADAL" clId="{8F3639DE-4B85-4A17-933E-BB8EDE6D47D1}" dt="2026-04-01T13:42:12.518" v="24" actId="47"/>
        <pc:sldMkLst>
          <pc:docMk/>
          <pc:sldMk cId="3292408199" sldId="1057"/>
        </pc:sldMkLst>
      </pc:sldChg>
      <pc:sldChg chg="del">
        <pc:chgData name="Yasaman Kakaei Siahkal" userId="df6c99be-c13c-49bf-83a8-8c73dfdb3d0e" providerId="ADAL" clId="{8F3639DE-4B85-4A17-933E-BB8EDE6D47D1}" dt="2026-04-01T13:42:15.149" v="25" actId="47"/>
        <pc:sldMkLst>
          <pc:docMk/>
          <pc:sldMk cId="2562587376" sldId="1058"/>
        </pc:sldMkLst>
      </pc:sldChg>
      <pc:sldChg chg="del">
        <pc:chgData name="Yasaman Kakaei Siahkal" userId="df6c99be-c13c-49bf-83a8-8c73dfdb3d0e" providerId="ADAL" clId="{8F3639DE-4B85-4A17-933E-BB8EDE6D47D1}" dt="2026-04-01T13:41:07.283" v="1" actId="47"/>
        <pc:sldMkLst>
          <pc:docMk/>
          <pc:sldMk cId="723429267" sldId="1062"/>
        </pc:sldMkLst>
      </pc:sldChg>
      <pc:sldChg chg="del">
        <pc:chgData name="Yasaman Kakaei Siahkal" userId="df6c99be-c13c-49bf-83a8-8c73dfdb3d0e" providerId="ADAL" clId="{8F3639DE-4B85-4A17-933E-BB8EDE6D47D1}" dt="2026-04-01T13:41:08.070" v="2" actId="47"/>
        <pc:sldMkLst>
          <pc:docMk/>
          <pc:sldMk cId="1602168183" sldId="1063"/>
        </pc:sldMkLst>
      </pc:sldChg>
      <pc:sldChg chg="del">
        <pc:chgData name="Yasaman Kakaei Siahkal" userId="df6c99be-c13c-49bf-83a8-8c73dfdb3d0e" providerId="ADAL" clId="{8F3639DE-4B85-4A17-933E-BB8EDE6D47D1}" dt="2026-04-01T13:41:14.595" v="11" actId="47"/>
        <pc:sldMkLst>
          <pc:docMk/>
          <pc:sldMk cId="3371706447" sldId="1064"/>
        </pc:sldMkLst>
      </pc:sldChg>
      <pc:sldChg chg="del">
        <pc:chgData name="Yasaman Kakaei Siahkal" userId="df6c99be-c13c-49bf-83a8-8c73dfdb3d0e" providerId="ADAL" clId="{8F3639DE-4B85-4A17-933E-BB8EDE6D47D1}" dt="2026-04-01T13:41:19.747" v="20" actId="47"/>
        <pc:sldMkLst>
          <pc:docMk/>
          <pc:sldMk cId="841721478" sldId="1065"/>
        </pc:sldMkLst>
      </pc:sldChg>
      <pc:sldChg chg="del">
        <pc:chgData name="Yasaman Kakaei Siahkal" userId="df6c99be-c13c-49bf-83a8-8c73dfdb3d0e" providerId="ADAL" clId="{8F3639DE-4B85-4A17-933E-BB8EDE6D47D1}" dt="2026-04-01T13:41:08.605" v="3" actId="47"/>
        <pc:sldMkLst>
          <pc:docMk/>
          <pc:sldMk cId="3219284897" sldId="1066"/>
        </pc:sldMkLst>
      </pc:sldChg>
    </pc:docChg>
  </pc:docChgLst>
  <pc:docChgLst>
    <pc:chgData name="Yasaman Kakaei Siahkal" userId="3a055718-efa7-4260-8c52-a0f17318531d" providerId="ADAL" clId="{5F66A8B8-87C4-4B32-A609-8144F82D7D5E}"/>
    <pc:docChg chg="undo custSel addSld modSld sldOrd">
      <pc:chgData name="Yasaman Kakaei Siahkal" userId="3a055718-efa7-4260-8c52-a0f17318531d" providerId="ADAL" clId="{5F66A8B8-87C4-4B32-A609-8144F82D7D5E}" dt="2024-11-06T15:31:18.918" v="424" actId="20577"/>
      <pc:docMkLst>
        <pc:docMk/>
      </pc:docMkLst>
      <pc:sldChg chg="modSp mod">
        <pc:chgData name="Yasaman Kakaei Siahkal" userId="3a055718-efa7-4260-8c52-a0f17318531d" providerId="ADAL" clId="{5F66A8B8-87C4-4B32-A609-8144F82D7D5E}" dt="2024-11-06T15:30:55.962" v="417" actId="20577"/>
        <pc:sldMkLst>
          <pc:docMk/>
          <pc:sldMk cId="957377434" sldId="979"/>
        </pc:sldMkLst>
      </pc:sldChg>
      <pc:sldChg chg="modSp mod">
        <pc:chgData name="Yasaman Kakaei Siahkal" userId="3a055718-efa7-4260-8c52-a0f17318531d" providerId="ADAL" clId="{5F66A8B8-87C4-4B32-A609-8144F82D7D5E}" dt="2024-11-06T15:31:06.693" v="420" actId="20577"/>
        <pc:sldMkLst>
          <pc:docMk/>
          <pc:sldMk cId="2952232059" sldId="984"/>
        </pc:sldMkLst>
      </pc:sldChg>
      <pc:sldChg chg="modSp mod">
        <pc:chgData name="Yasaman Kakaei Siahkal" userId="3a055718-efa7-4260-8c52-a0f17318531d" providerId="ADAL" clId="{5F66A8B8-87C4-4B32-A609-8144F82D7D5E}" dt="2024-11-06T15:30:51.505" v="416" actId="20577"/>
        <pc:sldMkLst>
          <pc:docMk/>
          <pc:sldMk cId="2713232984" sldId="992"/>
        </pc:sldMkLst>
      </pc:sldChg>
      <pc:sldChg chg="addSp delSp modSp mod ord modNotesTx">
        <pc:chgData name="Yasaman Kakaei Siahkal" userId="3a055718-efa7-4260-8c52-a0f17318531d" providerId="ADAL" clId="{5F66A8B8-87C4-4B32-A609-8144F82D7D5E}" dt="2024-11-06T15:31:18.918" v="424" actId="20577"/>
        <pc:sldMkLst>
          <pc:docMk/>
          <pc:sldMk cId="90748282" sldId="993"/>
        </pc:sldMkLst>
      </pc:sldChg>
      <pc:sldChg chg="modSp mod">
        <pc:chgData name="Yasaman Kakaei Siahkal" userId="3a055718-efa7-4260-8c52-a0f17318531d" providerId="ADAL" clId="{5F66A8B8-87C4-4B32-A609-8144F82D7D5E}" dt="2024-11-06T15:16:38.154" v="62" actId="20577"/>
        <pc:sldMkLst>
          <pc:docMk/>
          <pc:sldMk cId="3211574906" sldId="1027"/>
        </pc:sldMkLst>
      </pc:sldChg>
      <pc:sldChg chg="addSp modSp mod">
        <pc:chgData name="Yasaman Kakaei Siahkal" userId="3a055718-efa7-4260-8c52-a0f17318531d" providerId="ADAL" clId="{5F66A8B8-87C4-4B32-A609-8144F82D7D5E}" dt="2024-11-06T15:24:34.358" v="265" actId="20577"/>
        <pc:sldMkLst>
          <pc:docMk/>
          <pc:sldMk cId="1568385244" sldId="1028"/>
        </pc:sldMkLst>
      </pc:sldChg>
      <pc:sldChg chg="modSp mod">
        <pc:chgData name="Yasaman Kakaei Siahkal" userId="3a055718-efa7-4260-8c52-a0f17318531d" providerId="ADAL" clId="{5F66A8B8-87C4-4B32-A609-8144F82D7D5E}" dt="2024-11-06T15:16:44.509" v="64" actId="20577"/>
        <pc:sldMkLst>
          <pc:docMk/>
          <pc:sldMk cId="600655304" sldId="1029"/>
        </pc:sldMkLst>
      </pc:sldChg>
      <pc:sldChg chg="modSp mod">
        <pc:chgData name="Yasaman Kakaei Siahkal" userId="3a055718-efa7-4260-8c52-a0f17318531d" providerId="ADAL" clId="{5F66A8B8-87C4-4B32-A609-8144F82D7D5E}" dt="2024-11-06T15:16:56.912" v="70" actId="20577"/>
        <pc:sldMkLst>
          <pc:docMk/>
          <pc:sldMk cId="4083625558" sldId="1031"/>
        </pc:sldMkLst>
      </pc:sldChg>
      <pc:sldChg chg="addSp modSp mod">
        <pc:chgData name="Yasaman Kakaei Siahkal" userId="3a055718-efa7-4260-8c52-a0f17318531d" providerId="ADAL" clId="{5F66A8B8-87C4-4B32-A609-8144F82D7D5E}" dt="2024-11-06T15:22:45.524" v="190" actId="1076"/>
        <pc:sldMkLst>
          <pc:docMk/>
          <pc:sldMk cId="1490095501" sldId="1033"/>
        </pc:sldMkLst>
      </pc:sldChg>
      <pc:sldChg chg="modSp mod">
        <pc:chgData name="Yasaman Kakaei Siahkal" userId="3a055718-efa7-4260-8c52-a0f17318531d" providerId="ADAL" clId="{5F66A8B8-87C4-4B32-A609-8144F82D7D5E}" dt="2024-11-06T15:30:40.534" v="413" actId="20577"/>
        <pc:sldMkLst>
          <pc:docMk/>
          <pc:sldMk cId="845274468" sldId="1034"/>
        </pc:sldMkLst>
      </pc:sldChg>
      <pc:sldChg chg="modSp mod">
        <pc:chgData name="Yasaman Kakaei Siahkal" userId="3a055718-efa7-4260-8c52-a0f17318531d" providerId="ADAL" clId="{5F66A8B8-87C4-4B32-A609-8144F82D7D5E}" dt="2024-11-06T15:30:43.465" v="414" actId="20577"/>
        <pc:sldMkLst>
          <pc:docMk/>
          <pc:sldMk cId="2139916965" sldId="1035"/>
        </pc:sldMkLst>
      </pc:sldChg>
      <pc:sldChg chg="modSp mod">
        <pc:chgData name="Yasaman Kakaei Siahkal" userId="3a055718-efa7-4260-8c52-a0f17318531d" providerId="ADAL" clId="{5F66A8B8-87C4-4B32-A609-8144F82D7D5E}" dt="2024-11-06T15:15:47.562" v="42" actId="20577"/>
        <pc:sldMkLst>
          <pc:docMk/>
          <pc:sldMk cId="3500021322" sldId="1036"/>
        </pc:sldMkLst>
      </pc:sldChg>
      <pc:sldChg chg="modSp mod">
        <pc:chgData name="Yasaman Kakaei Siahkal" userId="3a055718-efa7-4260-8c52-a0f17318531d" providerId="ADAL" clId="{5F66A8B8-87C4-4B32-A609-8144F82D7D5E}" dt="2024-11-06T15:15:53.976" v="44" actId="20577"/>
        <pc:sldMkLst>
          <pc:docMk/>
          <pc:sldMk cId="1213493160" sldId="1037"/>
        </pc:sldMkLst>
      </pc:sldChg>
      <pc:sldChg chg="modSp mod">
        <pc:chgData name="Yasaman Kakaei Siahkal" userId="3a055718-efa7-4260-8c52-a0f17318531d" providerId="ADAL" clId="{5F66A8B8-87C4-4B32-A609-8144F82D7D5E}" dt="2024-11-06T15:15:57.610" v="46" actId="20577"/>
        <pc:sldMkLst>
          <pc:docMk/>
          <pc:sldMk cId="453993824" sldId="1038"/>
        </pc:sldMkLst>
      </pc:sldChg>
      <pc:sldChg chg="modSp mod">
        <pc:chgData name="Yasaman Kakaei Siahkal" userId="3a055718-efa7-4260-8c52-a0f17318531d" providerId="ADAL" clId="{5F66A8B8-87C4-4B32-A609-8144F82D7D5E}" dt="2024-11-06T15:16:02.997" v="48" actId="20577"/>
        <pc:sldMkLst>
          <pc:docMk/>
          <pc:sldMk cId="4119847394" sldId="1039"/>
        </pc:sldMkLst>
      </pc:sldChg>
      <pc:sldChg chg="modSp mod">
        <pc:chgData name="Yasaman Kakaei Siahkal" userId="3a055718-efa7-4260-8c52-a0f17318531d" providerId="ADAL" clId="{5F66A8B8-87C4-4B32-A609-8144F82D7D5E}" dt="2024-11-06T15:16:06.852" v="50" actId="20577"/>
        <pc:sldMkLst>
          <pc:docMk/>
          <pc:sldMk cId="681602101" sldId="1040"/>
        </pc:sldMkLst>
      </pc:sldChg>
      <pc:sldChg chg="modSp mod">
        <pc:chgData name="Yasaman Kakaei Siahkal" userId="3a055718-efa7-4260-8c52-a0f17318531d" providerId="ADAL" clId="{5F66A8B8-87C4-4B32-A609-8144F82D7D5E}" dt="2024-11-06T15:16:10.578" v="52" actId="20577"/>
        <pc:sldMkLst>
          <pc:docMk/>
          <pc:sldMk cId="2659107704" sldId="1041"/>
        </pc:sldMkLst>
      </pc:sldChg>
      <pc:sldChg chg="modSp mod">
        <pc:chgData name="Yasaman Kakaei Siahkal" userId="3a055718-efa7-4260-8c52-a0f17318531d" providerId="ADAL" clId="{5F66A8B8-87C4-4B32-A609-8144F82D7D5E}" dt="2024-11-06T15:16:18.106" v="54" actId="20577"/>
        <pc:sldMkLst>
          <pc:docMk/>
          <pc:sldMk cId="1731971266" sldId="1042"/>
        </pc:sldMkLst>
      </pc:sldChg>
      <pc:sldChg chg="modSp mod">
        <pc:chgData name="Yasaman Kakaei Siahkal" userId="3a055718-efa7-4260-8c52-a0f17318531d" providerId="ADAL" clId="{5F66A8B8-87C4-4B32-A609-8144F82D7D5E}" dt="2024-11-06T15:16:47.961" v="66" actId="20577"/>
        <pc:sldMkLst>
          <pc:docMk/>
          <pc:sldMk cId="2867206968" sldId="1044"/>
        </pc:sldMkLst>
      </pc:sldChg>
      <pc:sldChg chg="modSp mod">
        <pc:chgData name="Yasaman Kakaei Siahkal" userId="3a055718-efa7-4260-8c52-a0f17318531d" providerId="ADAL" clId="{5F66A8B8-87C4-4B32-A609-8144F82D7D5E}" dt="2024-11-06T15:16:52.087" v="68" actId="20577"/>
        <pc:sldMkLst>
          <pc:docMk/>
          <pc:sldMk cId="2898822779" sldId="1045"/>
        </pc:sldMkLst>
      </pc:sldChg>
      <pc:sldChg chg="modSp mod">
        <pc:chgData name="Yasaman Kakaei Siahkal" userId="3a055718-efa7-4260-8c52-a0f17318531d" providerId="ADAL" clId="{5F66A8B8-87C4-4B32-A609-8144F82D7D5E}" dt="2024-11-06T15:17:00.047" v="72" actId="20577"/>
        <pc:sldMkLst>
          <pc:docMk/>
          <pc:sldMk cId="2529285170" sldId="1046"/>
        </pc:sldMkLst>
      </pc:sldChg>
      <pc:sldChg chg="modSp mod">
        <pc:chgData name="Yasaman Kakaei Siahkal" userId="3a055718-efa7-4260-8c52-a0f17318531d" providerId="ADAL" clId="{5F66A8B8-87C4-4B32-A609-8144F82D7D5E}" dt="2024-11-06T15:17:05.424" v="74" actId="20577"/>
        <pc:sldMkLst>
          <pc:docMk/>
          <pc:sldMk cId="3156569103" sldId="1047"/>
        </pc:sldMkLst>
      </pc:sldChg>
      <pc:sldChg chg="modSp mod">
        <pc:chgData name="Yasaman Kakaei Siahkal" userId="3a055718-efa7-4260-8c52-a0f17318531d" providerId="ADAL" clId="{5F66A8B8-87C4-4B32-A609-8144F82D7D5E}" dt="2024-11-06T15:17:10.140" v="76" actId="20577"/>
        <pc:sldMkLst>
          <pc:docMk/>
          <pc:sldMk cId="479205203" sldId="1048"/>
        </pc:sldMkLst>
      </pc:sldChg>
      <pc:sldChg chg="modSp mod">
        <pc:chgData name="Yasaman Kakaei Siahkal" userId="3a055718-efa7-4260-8c52-a0f17318531d" providerId="ADAL" clId="{5F66A8B8-87C4-4B32-A609-8144F82D7D5E}" dt="2024-11-06T15:17:14.013" v="78" actId="20577"/>
        <pc:sldMkLst>
          <pc:docMk/>
          <pc:sldMk cId="400039475" sldId="1049"/>
        </pc:sldMkLst>
      </pc:sldChg>
      <pc:sldChg chg="modSp mod">
        <pc:chgData name="Yasaman Kakaei Siahkal" userId="3a055718-efa7-4260-8c52-a0f17318531d" providerId="ADAL" clId="{5F66A8B8-87C4-4B32-A609-8144F82D7D5E}" dt="2024-11-06T15:27:23.419" v="388" actId="20577"/>
        <pc:sldMkLst>
          <pc:docMk/>
          <pc:sldMk cId="1798551340" sldId="1050"/>
        </pc:sldMkLst>
      </pc:sldChg>
      <pc:sldChg chg="addSp modSp mod">
        <pc:chgData name="Yasaman Kakaei Siahkal" userId="3a055718-efa7-4260-8c52-a0f17318531d" providerId="ADAL" clId="{5F66A8B8-87C4-4B32-A609-8144F82D7D5E}" dt="2024-11-06T15:25:27.815" v="307" actId="1076"/>
        <pc:sldMkLst>
          <pc:docMk/>
          <pc:sldMk cId="1450795086" sldId="1051"/>
        </pc:sldMkLst>
      </pc:sldChg>
      <pc:sldChg chg="addSp modSp mod">
        <pc:chgData name="Yasaman Kakaei Siahkal" userId="3a055718-efa7-4260-8c52-a0f17318531d" providerId="ADAL" clId="{5F66A8B8-87C4-4B32-A609-8144F82D7D5E}" dt="2024-11-06T15:26:24.482" v="377" actId="1076"/>
        <pc:sldMkLst>
          <pc:docMk/>
          <pc:sldMk cId="2143417324" sldId="1052"/>
        </pc:sldMkLst>
      </pc:sldChg>
      <pc:sldChg chg="modSp mod">
        <pc:chgData name="Yasaman Kakaei Siahkal" userId="3a055718-efa7-4260-8c52-a0f17318531d" providerId="ADAL" clId="{5F66A8B8-87C4-4B32-A609-8144F82D7D5E}" dt="2024-11-06T15:30:48.578" v="415" actId="20577"/>
        <pc:sldMkLst>
          <pc:docMk/>
          <pc:sldMk cId="151193092" sldId="1053"/>
        </pc:sldMkLst>
      </pc:sldChg>
      <pc:sldChg chg="modSp mod">
        <pc:chgData name="Yasaman Kakaei Siahkal" userId="3a055718-efa7-4260-8c52-a0f17318531d" providerId="ADAL" clId="{5F66A8B8-87C4-4B32-A609-8144F82D7D5E}" dt="2024-11-06T15:30:59.357" v="418" actId="20577"/>
        <pc:sldMkLst>
          <pc:docMk/>
          <pc:sldMk cId="2651920889" sldId="1054"/>
        </pc:sldMkLst>
      </pc:sldChg>
      <pc:sldChg chg="modSp mod">
        <pc:chgData name="Yasaman Kakaei Siahkal" userId="3a055718-efa7-4260-8c52-a0f17318531d" providerId="ADAL" clId="{5F66A8B8-87C4-4B32-A609-8144F82D7D5E}" dt="2024-11-06T15:18:23.284" v="107" actId="20577"/>
        <pc:sldMkLst>
          <pc:docMk/>
          <pc:sldMk cId="3728293805" sldId="1055"/>
        </pc:sldMkLst>
      </pc:sldChg>
      <pc:sldChg chg="addSp modSp mod">
        <pc:chgData name="Yasaman Kakaei Siahkal" userId="3a055718-efa7-4260-8c52-a0f17318531d" providerId="ADAL" clId="{5F66A8B8-87C4-4B32-A609-8144F82D7D5E}" dt="2024-11-06T15:25:35.285" v="309" actId="14100"/>
        <pc:sldMkLst>
          <pc:docMk/>
          <pc:sldMk cId="2732927326" sldId="1056"/>
        </pc:sldMkLst>
      </pc:sldChg>
      <pc:sldChg chg="addSp modSp mod">
        <pc:chgData name="Yasaman Kakaei Siahkal" userId="3a055718-efa7-4260-8c52-a0f17318531d" providerId="ADAL" clId="{5F66A8B8-87C4-4B32-A609-8144F82D7D5E}" dt="2024-11-06T15:26:28.614" v="378"/>
        <pc:sldMkLst>
          <pc:docMk/>
          <pc:sldMk cId="3292408199" sldId="1057"/>
        </pc:sldMkLst>
      </pc:sldChg>
      <pc:sldChg chg="addSp modSp mod ord">
        <pc:chgData name="Yasaman Kakaei Siahkal" userId="3a055718-efa7-4260-8c52-a0f17318531d" providerId="ADAL" clId="{5F66A8B8-87C4-4B32-A609-8144F82D7D5E}" dt="2024-11-06T15:26:55.884" v="382"/>
        <pc:sldMkLst>
          <pc:docMk/>
          <pc:sldMk cId="2562587376" sldId="1058"/>
        </pc:sldMkLst>
      </pc:sldChg>
      <pc:sldChg chg="addSp delSp modSp mod ord">
        <pc:chgData name="Yasaman Kakaei Siahkal" userId="3a055718-efa7-4260-8c52-a0f17318531d" providerId="ADAL" clId="{5F66A8B8-87C4-4B32-A609-8144F82D7D5E}" dt="2024-11-06T15:29:48.772" v="411" actId="12269"/>
        <pc:sldMkLst>
          <pc:docMk/>
          <pc:sldMk cId="4010774365" sldId="1060"/>
        </pc:sldMkLst>
      </pc:sldChg>
      <pc:sldChg chg="modSp mod">
        <pc:chgData name="Yasaman Kakaei Siahkal" userId="3a055718-efa7-4260-8c52-a0f17318531d" providerId="ADAL" clId="{5F66A8B8-87C4-4B32-A609-8144F82D7D5E}" dt="2024-11-06T15:17:36.295" v="88" actId="20577"/>
        <pc:sldMkLst>
          <pc:docMk/>
          <pc:sldMk cId="1397987204" sldId="1061"/>
        </pc:sldMkLst>
      </pc:sldChg>
      <pc:sldChg chg="modSp mod">
        <pc:chgData name="Yasaman Kakaei Siahkal" userId="3a055718-efa7-4260-8c52-a0f17318531d" providerId="ADAL" clId="{5F66A8B8-87C4-4B32-A609-8144F82D7D5E}" dt="2024-11-06T15:31:15.520" v="422" actId="20577"/>
        <pc:sldMkLst>
          <pc:docMk/>
          <pc:sldMk cId="3371706447" sldId="1064"/>
        </pc:sldMkLst>
      </pc:sldChg>
      <pc:sldChg chg="modSp mod">
        <pc:chgData name="Yasaman Kakaei Siahkal" userId="3a055718-efa7-4260-8c52-a0f17318531d" providerId="ADAL" clId="{5F66A8B8-87C4-4B32-A609-8144F82D7D5E}" dt="2024-11-06T15:16:21.987" v="56" actId="20577"/>
        <pc:sldMkLst>
          <pc:docMk/>
          <pc:sldMk cId="841721478" sldId="1065"/>
        </pc:sldMkLst>
      </pc:sldChg>
      <pc:sldChg chg="modSp mod">
        <pc:chgData name="Yasaman Kakaei Siahkal" userId="3a055718-efa7-4260-8c52-a0f17318531d" providerId="ADAL" clId="{5F66A8B8-87C4-4B32-A609-8144F82D7D5E}" dt="2024-11-06T15:30:36.967" v="412" actId="20577"/>
        <pc:sldMkLst>
          <pc:docMk/>
          <pc:sldMk cId="3219284897" sldId="1066"/>
        </pc:sldMkLst>
      </pc:sldChg>
      <pc:sldChg chg="addSp delSp modSp add mod">
        <pc:chgData name="Yasaman Kakaei Siahkal" userId="3a055718-efa7-4260-8c52-a0f17318531d" providerId="ADAL" clId="{5F66A8B8-87C4-4B32-A609-8144F82D7D5E}" dt="2024-11-06T15:17:19.694" v="80" actId="20577"/>
        <pc:sldMkLst>
          <pc:docMk/>
          <pc:sldMk cId="331439112" sldId="1067"/>
        </pc:sldMkLst>
      </pc:sldChg>
      <pc:sldChg chg="addSp delSp modSp add mod">
        <pc:chgData name="Yasaman Kakaei Siahkal" userId="3a055718-efa7-4260-8c52-a0f17318531d" providerId="ADAL" clId="{5F66A8B8-87C4-4B32-A609-8144F82D7D5E}" dt="2024-11-06T15:17:23.993" v="82" actId="20577"/>
        <pc:sldMkLst>
          <pc:docMk/>
          <pc:sldMk cId="1781516666" sldId="106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4B11E3-E3DB-4DAA-B804-D4B8484087B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fr-FR"/>
        </a:p>
      </dgm:t>
    </dgm:pt>
    <dgm:pt modelId="{C910AE5A-A6BB-4E29-BBD4-A63EDEAF3851}">
      <dgm:prSet/>
      <dgm:spPr/>
      <dgm:t>
        <a:bodyPr/>
        <a:lstStyle/>
        <a:p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Patient Profile and Baseline </a:t>
          </a:r>
          <a:r>
            <a:rPr lang="fr-FR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Characteristics</a:t>
          </a:r>
          <a:endParaRPr lang="fr-F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449CC0-AE56-4FC0-8932-BD1A20ED2EC6}" type="parTrans" cxnId="{58070330-06BE-4042-BB7C-D0E4DAE30561}">
      <dgm:prSet/>
      <dgm:spPr/>
      <dgm:t>
        <a:bodyPr/>
        <a:lstStyle/>
        <a:p>
          <a:endParaRPr lang="fr-FR"/>
        </a:p>
      </dgm:t>
    </dgm:pt>
    <dgm:pt modelId="{E62C4D31-E4CE-41F2-B69E-9127AF924D1A}" type="sibTrans" cxnId="{58070330-06BE-4042-BB7C-D0E4DAE30561}">
      <dgm:prSet/>
      <dgm:spPr/>
      <dgm:t>
        <a:bodyPr/>
        <a:lstStyle/>
        <a:p>
          <a:endParaRPr lang="fr-FR"/>
        </a:p>
      </dgm:t>
    </dgm:pt>
    <dgm:pt modelId="{79056685-2CE9-4BCF-89AB-964FED385086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Age, gender, BMI, health literacy, sociological factors, psychological history.</a:t>
          </a:r>
        </a:p>
      </dgm:t>
    </dgm:pt>
    <dgm:pt modelId="{B6C2D296-8B53-4BE7-9A02-77EBC2E61F7B}" type="parTrans" cxnId="{F1C13E70-98F1-4DCA-B207-FE60D888B7FB}">
      <dgm:prSet/>
      <dgm:spPr/>
      <dgm:t>
        <a:bodyPr/>
        <a:lstStyle/>
        <a:p>
          <a:endParaRPr lang="fr-FR"/>
        </a:p>
      </dgm:t>
    </dgm:pt>
    <dgm:pt modelId="{BBA57D8B-0DD3-45BA-AEFF-43B933961273}" type="sibTrans" cxnId="{F1C13E70-98F1-4DCA-B207-FE60D888B7FB}">
      <dgm:prSet/>
      <dgm:spPr/>
      <dgm:t>
        <a:bodyPr/>
        <a:lstStyle/>
        <a:p>
          <a:endParaRPr lang="fr-FR"/>
        </a:p>
      </dgm:t>
    </dgm:pt>
    <dgm:pt modelId="{C4D64048-3684-4AFE-AD88-80695FE20736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Tailor surveys to individual characteristics, e.g., Beck Depression Inventory (BDI) for mental health needs impacting adherence.</a:t>
          </a:r>
        </a:p>
      </dgm:t>
    </dgm:pt>
    <dgm:pt modelId="{4CBE32FE-2B8C-4424-8117-F253DDEE223C}" type="parTrans" cxnId="{C58C0E31-75FC-4CBF-84D2-602A0A854F3F}">
      <dgm:prSet/>
      <dgm:spPr/>
      <dgm:t>
        <a:bodyPr/>
        <a:lstStyle/>
        <a:p>
          <a:endParaRPr lang="fr-FR"/>
        </a:p>
      </dgm:t>
    </dgm:pt>
    <dgm:pt modelId="{9BB7C1FA-21E4-48A3-AA91-7B1319E16D7F}" type="sibTrans" cxnId="{C58C0E31-75FC-4CBF-84D2-602A0A854F3F}">
      <dgm:prSet/>
      <dgm:spPr/>
      <dgm:t>
        <a:bodyPr/>
        <a:lstStyle/>
        <a:p>
          <a:endParaRPr lang="fr-FR"/>
        </a:p>
      </dgm:t>
    </dgm:pt>
    <dgm:pt modelId="{36A2CA3B-4880-4B7C-B994-CF24B98E77AC}">
      <dgm:prSet/>
      <dgm:spPr/>
      <dgm:t>
        <a:bodyPr/>
        <a:lstStyle/>
        <a:p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Adherence and Usage Patterns</a:t>
          </a:r>
          <a:endParaRPr lang="fr-F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C8CDCC-B04F-4921-A495-99BB223739CB}" type="parTrans" cxnId="{01F18EC8-0C5D-4DA4-A12B-96899461707B}">
      <dgm:prSet/>
      <dgm:spPr/>
      <dgm:t>
        <a:bodyPr/>
        <a:lstStyle/>
        <a:p>
          <a:endParaRPr lang="fr-FR"/>
        </a:p>
      </dgm:t>
    </dgm:pt>
    <dgm:pt modelId="{CF3B6D70-24F4-472D-AB24-28E6BB010149}" type="sibTrans" cxnId="{01F18EC8-0C5D-4DA4-A12B-96899461707B}">
      <dgm:prSet/>
      <dgm:spPr/>
      <dgm:t>
        <a:bodyPr/>
        <a:lstStyle/>
        <a:p>
          <a:endParaRPr lang="fr-FR"/>
        </a:p>
      </dgm:t>
    </dgm:pt>
    <dgm:pt modelId="{DED6A438-BA40-47A0-A539-8FC76DC3573D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CPAP use frequency, duration, consistency, and challenges (e.g., leakage).</a:t>
          </a:r>
        </a:p>
      </dgm:t>
    </dgm:pt>
    <dgm:pt modelId="{6C38B8EA-BEE8-4338-8B48-110887BD4808}" type="parTrans" cxnId="{028B7AD7-95F1-43D4-BF79-E8617FA31503}">
      <dgm:prSet/>
      <dgm:spPr/>
      <dgm:t>
        <a:bodyPr/>
        <a:lstStyle/>
        <a:p>
          <a:endParaRPr lang="fr-FR"/>
        </a:p>
      </dgm:t>
    </dgm:pt>
    <dgm:pt modelId="{1699350F-D851-4F52-8F90-30A4DA04FE3F}" type="sibTrans" cxnId="{028B7AD7-95F1-43D4-BF79-E8617FA31503}">
      <dgm:prSet/>
      <dgm:spPr/>
      <dgm:t>
        <a:bodyPr/>
        <a:lstStyle/>
        <a:p>
          <a:endParaRPr lang="fr-FR"/>
        </a:p>
      </dgm:t>
    </dgm:pt>
    <dgm:pt modelId="{9C9E8B2E-C914-457B-8F62-7D53CC7D0640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Low adherence may prompt quick assessments like the Epworth Sleepiness Scale (ESS), while consistent users benefit from comprehensive surveys (SF-36, PSQI) for deeper insights.</a:t>
          </a:r>
        </a:p>
      </dgm:t>
    </dgm:pt>
    <dgm:pt modelId="{752AB382-8621-44FF-9E48-4C37573464DB}" type="parTrans" cxnId="{528C1A41-7917-4B83-8AD9-833718B4638E}">
      <dgm:prSet/>
      <dgm:spPr/>
      <dgm:t>
        <a:bodyPr/>
        <a:lstStyle/>
        <a:p>
          <a:endParaRPr lang="fr-FR"/>
        </a:p>
      </dgm:t>
    </dgm:pt>
    <dgm:pt modelId="{A12E0E06-541B-46B4-9523-E8145B5CE9A5}" type="sibTrans" cxnId="{528C1A41-7917-4B83-8AD9-833718B4638E}">
      <dgm:prSet/>
      <dgm:spPr/>
      <dgm:t>
        <a:bodyPr/>
        <a:lstStyle/>
        <a:p>
          <a:endParaRPr lang="fr-FR"/>
        </a:p>
      </dgm:t>
    </dgm:pt>
    <dgm:pt modelId="{A669809C-70A8-4BDA-825C-88710188F29A}">
      <dgm:prSet/>
      <dgm:spPr/>
      <dgm:t>
        <a:bodyPr/>
        <a:lstStyle/>
        <a:p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Intervention Type and Intensity</a:t>
          </a:r>
          <a:endParaRPr lang="fr-F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EE287D-E5F2-4B3B-83EB-C18041CAFBA2}" type="parTrans" cxnId="{F5D01E46-C6BB-4602-958B-20D632439F52}">
      <dgm:prSet/>
      <dgm:spPr/>
      <dgm:t>
        <a:bodyPr/>
        <a:lstStyle/>
        <a:p>
          <a:endParaRPr lang="fr-FR"/>
        </a:p>
      </dgm:t>
    </dgm:pt>
    <dgm:pt modelId="{161E3C4A-999B-40A8-98D6-F8FD69CF8FEC}" type="sibTrans" cxnId="{F5D01E46-C6BB-4602-958B-20D632439F52}">
      <dgm:prSet/>
      <dgm:spPr/>
      <dgm:t>
        <a:bodyPr/>
        <a:lstStyle/>
        <a:p>
          <a:endParaRPr lang="fr-FR"/>
        </a:p>
      </dgm:t>
    </dgm:pt>
    <dgm:pt modelId="{3D2F1E0E-E1B3-42D1-AA7F-1F4E0B26BA69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Intervention level (remote vs. in-person), clinical needs.</a:t>
          </a:r>
        </a:p>
      </dgm:t>
    </dgm:pt>
    <dgm:pt modelId="{A6C0A432-6FF3-47F4-BFD9-00D34C8F2753}" type="parTrans" cxnId="{FDF2E1BA-9F8A-4E5C-BBFC-A586E0315754}">
      <dgm:prSet/>
      <dgm:spPr/>
      <dgm:t>
        <a:bodyPr/>
        <a:lstStyle/>
        <a:p>
          <a:endParaRPr lang="fr-FR"/>
        </a:p>
      </dgm:t>
    </dgm:pt>
    <dgm:pt modelId="{DF294873-6FB6-41D8-8424-B506AC857493}" type="sibTrans" cxnId="{FDF2E1BA-9F8A-4E5C-BBFC-A586E0315754}">
      <dgm:prSet/>
      <dgm:spPr/>
      <dgm:t>
        <a:bodyPr/>
        <a:lstStyle/>
        <a:p>
          <a:endParaRPr lang="fr-FR"/>
        </a:p>
      </dgm:t>
    </dgm:pt>
    <dgm:pt modelId="{CE4073A6-BC74-4CD8-ADEB-B7C08DA39DB2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Simple surveys like ESS for low-effort interventions; more detailed surveys (SF-36, condition-specific) for intensive or clinical interventions.</a:t>
          </a:r>
        </a:p>
      </dgm:t>
    </dgm:pt>
    <dgm:pt modelId="{BD7687B3-58BB-49F0-864E-0CDDAA4FA4B6}" type="parTrans" cxnId="{59B217C9-9B7B-4F75-837F-9394551A147E}">
      <dgm:prSet/>
      <dgm:spPr/>
      <dgm:t>
        <a:bodyPr/>
        <a:lstStyle/>
        <a:p>
          <a:endParaRPr lang="fr-FR"/>
        </a:p>
      </dgm:t>
    </dgm:pt>
    <dgm:pt modelId="{6845EB11-0501-40A5-979E-4BD392F8491D}" type="sibTrans" cxnId="{59B217C9-9B7B-4F75-837F-9394551A147E}">
      <dgm:prSet/>
      <dgm:spPr/>
      <dgm:t>
        <a:bodyPr/>
        <a:lstStyle/>
        <a:p>
          <a:endParaRPr lang="fr-FR"/>
        </a:p>
      </dgm:t>
    </dgm:pt>
    <dgm:pt modelId="{9F0DEDE0-9FB3-46B8-8C58-C22C9231F424}">
      <dgm:prSet/>
      <dgm:spPr/>
      <dgm:t>
        <a:bodyPr/>
        <a:lstStyle/>
        <a:p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Duration and Follow-Up Needs</a:t>
          </a:r>
          <a:endParaRPr lang="fr-F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D1806B-0CF7-4E00-AD1C-FB7735D2AFD6}" type="parTrans" cxnId="{4965E1C9-5E9C-444F-B864-B329E8F85BD3}">
      <dgm:prSet/>
      <dgm:spPr/>
      <dgm:t>
        <a:bodyPr/>
        <a:lstStyle/>
        <a:p>
          <a:endParaRPr lang="fr-FR"/>
        </a:p>
      </dgm:t>
    </dgm:pt>
    <dgm:pt modelId="{445BEBAE-1CED-4D2C-8CE8-4243C614789B}" type="sibTrans" cxnId="{4965E1C9-5E9C-444F-B864-B329E8F85BD3}">
      <dgm:prSet/>
      <dgm:spPr/>
      <dgm:t>
        <a:bodyPr/>
        <a:lstStyle/>
        <a:p>
          <a:endParaRPr lang="fr-FR"/>
        </a:p>
      </dgm:t>
    </dgm:pt>
    <dgm:pt modelId="{832B46D0-2C99-4EAE-8EA9-45032485ED0E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Short- vs. long-term monitoring and patient engagement.</a:t>
          </a:r>
        </a:p>
      </dgm:t>
    </dgm:pt>
    <dgm:pt modelId="{FE5D9483-02AF-4364-8E73-B85E33AA1E0A}" type="parTrans" cxnId="{892CDBF6-4C2B-4468-B5DC-D184C565C7F5}">
      <dgm:prSet/>
      <dgm:spPr/>
      <dgm:t>
        <a:bodyPr/>
        <a:lstStyle/>
        <a:p>
          <a:endParaRPr lang="fr-FR"/>
        </a:p>
      </dgm:t>
    </dgm:pt>
    <dgm:pt modelId="{1A3C030A-F4BA-4653-BC88-329C02F159A5}" type="sibTrans" cxnId="{892CDBF6-4C2B-4468-B5DC-D184C565C7F5}">
      <dgm:prSet/>
      <dgm:spPr/>
      <dgm:t>
        <a:bodyPr/>
        <a:lstStyle/>
        <a:p>
          <a:endParaRPr lang="fr-FR"/>
        </a:p>
      </dgm:t>
    </dgm:pt>
    <dgm:pt modelId="{8432EA3C-0C9A-438A-AD30-6DF778FF955F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Frequent early-stage follow-ups (PSQI, FSS) for adjustments; long-term tools (SF-36) at 3–6 month intervals for sustained monitoring.</a:t>
          </a:r>
        </a:p>
      </dgm:t>
    </dgm:pt>
    <dgm:pt modelId="{452A74E9-C4FE-4A18-A47F-2952C090A084}" type="parTrans" cxnId="{227D5C4C-235B-40E4-AA61-2EFC9EB69B97}">
      <dgm:prSet/>
      <dgm:spPr/>
      <dgm:t>
        <a:bodyPr/>
        <a:lstStyle/>
        <a:p>
          <a:endParaRPr lang="fr-FR"/>
        </a:p>
      </dgm:t>
    </dgm:pt>
    <dgm:pt modelId="{BAA895AB-E0D9-46EF-99DB-AA0097D5E114}" type="sibTrans" cxnId="{227D5C4C-235B-40E4-AA61-2EFC9EB69B97}">
      <dgm:prSet/>
      <dgm:spPr/>
      <dgm:t>
        <a:bodyPr/>
        <a:lstStyle/>
        <a:p>
          <a:endParaRPr lang="fr-FR"/>
        </a:p>
      </dgm:t>
    </dgm:pt>
    <dgm:pt modelId="{A38E3163-E01B-41BD-BECF-7C93C2828D24}">
      <dgm:prSet/>
      <dgm:spPr/>
      <dgm:t>
        <a:bodyPr/>
        <a:lstStyle/>
        <a:p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Targeted Health Outcomes</a:t>
          </a:r>
          <a:endParaRPr lang="fr-F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0C8F33-3465-470C-A9EE-E5B3BE5956B5}" type="parTrans" cxnId="{8303E9E3-CE4A-4305-9955-D5FD9C0332B7}">
      <dgm:prSet/>
      <dgm:spPr/>
      <dgm:t>
        <a:bodyPr/>
        <a:lstStyle/>
        <a:p>
          <a:endParaRPr lang="fr-FR"/>
        </a:p>
      </dgm:t>
    </dgm:pt>
    <dgm:pt modelId="{29421150-2F65-4DC8-911B-DD0E3B089047}" type="sibTrans" cxnId="{8303E9E3-CE4A-4305-9955-D5FD9C0332B7}">
      <dgm:prSet/>
      <dgm:spPr/>
      <dgm:t>
        <a:bodyPr/>
        <a:lstStyle/>
        <a:p>
          <a:endParaRPr lang="fr-FR"/>
        </a:p>
      </dgm:t>
    </dgm:pt>
    <dgm:pt modelId="{B7C8B0B5-CA38-4876-B811-7DE4F88BF48B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Goals like improved daytime function or mental health stabilization.</a:t>
          </a:r>
        </a:p>
      </dgm:t>
    </dgm:pt>
    <dgm:pt modelId="{6B4D6A6D-9231-45EE-ACE0-FDBFF633ADC0}" type="parTrans" cxnId="{DFC17B25-E73C-44CB-BA80-01493F8CF0A5}">
      <dgm:prSet/>
      <dgm:spPr/>
      <dgm:t>
        <a:bodyPr/>
        <a:lstStyle/>
        <a:p>
          <a:endParaRPr lang="fr-FR"/>
        </a:p>
      </dgm:t>
    </dgm:pt>
    <dgm:pt modelId="{23B107B0-A978-4806-BF3C-6CCEB49E240D}" type="sibTrans" cxnId="{DFC17B25-E73C-44CB-BA80-01493F8CF0A5}">
      <dgm:prSet/>
      <dgm:spPr/>
      <dgm:t>
        <a:bodyPr/>
        <a:lstStyle/>
        <a:p>
          <a:endParaRPr lang="fr-FR"/>
        </a:p>
      </dgm:t>
    </dgm:pt>
    <dgm:pt modelId="{4423EA1D-1464-472B-85C4-24B24D9AB183}">
      <dgm:prSet/>
      <dgm:spPr/>
      <dgm:t>
        <a:bodyPr/>
        <a:lstStyle/>
        <a:p>
          <a:r>
            <a:rPr lang="fr-FR" b="1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>
              <a:latin typeface="Times New Roman" panose="02020603050405020304" pitchFamily="18" charset="0"/>
              <a:cs typeface="Times New Roman" panose="02020603050405020304" pitchFamily="18" charset="0"/>
            </a:rPr>
            <a:t>: Mental health goals use BDI or SF-36; daytime function improvements measured by ESS and FSS to monitor alertness and productivity.</a:t>
          </a:r>
        </a:p>
      </dgm:t>
    </dgm:pt>
    <dgm:pt modelId="{6FA130D6-3717-497F-9154-4355935B08FD}" type="parTrans" cxnId="{1AAF3118-23A4-426C-9F59-420E57041744}">
      <dgm:prSet/>
      <dgm:spPr/>
      <dgm:t>
        <a:bodyPr/>
        <a:lstStyle/>
        <a:p>
          <a:endParaRPr lang="fr-FR"/>
        </a:p>
      </dgm:t>
    </dgm:pt>
    <dgm:pt modelId="{55F9CCEC-45C7-487C-A072-6427A7B8AD37}" type="sibTrans" cxnId="{1AAF3118-23A4-426C-9F59-420E57041744}">
      <dgm:prSet/>
      <dgm:spPr/>
      <dgm:t>
        <a:bodyPr/>
        <a:lstStyle/>
        <a:p>
          <a:endParaRPr lang="fr-FR"/>
        </a:p>
      </dgm:t>
    </dgm:pt>
    <dgm:pt modelId="{DDB63A23-0D12-483E-B645-566FE22237C6}" type="pres">
      <dgm:prSet presAssocID="{024B11E3-E3DB-4DAA-B804-D4B8484087B8}" presName="linear" presStyleCnt="0">
        <dgm:presLayoutVars>
          <dgm:animLvl val="lvl"/>
          <dgm:resizeHandles val="exact"/>
        </dgm:presLayoutVars>
      </dgm:prSet>
      <dgm:spPr/>
    </dgm:pt>
    <dgm:pt modelId="{32386F79-5F37-4D91-A6C6-94C30284F78B}" type="pres">
      <dgm:prSet presAssocID="{C910AE5A-A6BB-4E29-BBD4-A63EDEAF3851}" presName="parentText" presStyleLbl="node1" presStyleIdx="0" presStyleCnt="5" custLinFactNeighborX="-39840" custLinFactNeighborY="-10819">
        <dgm:presLayoutVars>
          <dgm:chMax val="0"/>
          <dgm:bulletEnabled val="1"/>
        </dgm:presLayoutVars>
      </dgm:prSet>
      <dgm:spPr/>
    </dgm:pt>
    <dgm:pt modelId="{AC97B197-E92F-4F8D-B8E1-22D11ED631B5}" type="pres">
      <dgm:prSet presAssocID="{C910AE5A-A6BB-4E29-BBD4-A63EDEAF3851}" presName="childText" presStyleLbl="revTx" presStyleIdx="0" presStyleCnt="5">
        <dgm:presLayoutVars>
          <dgm:bulletEnabled val="1"/>
        </dgm:presLayoutVars>
      </dgm:prSet>
      <dgm:spPr/>
    </dgm:pt>
    <dgm:pt modelId="{5B648DCA-308A-426A-914C-6E964DDBF3A0}" type="pres">
      <dgm:prSet presAssocID="{36A2CA3B-4880-4B7C-B994-CF24B98E77A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5E9B86E-6962-4F62-8A3E-7D24F700A17C}" type="pres">
      <dgm:prSet presAssocID="{36A2CA3B-4880-4B7C-B994-CF24B98E77AC}" presName="childText" presStyleLbl="revTx" presStyleIdx="1" presStyleCnt="5">
        <dgm:presLayoutVars>
          <dgm:bulletEnabled val="1"/>
        </dgm:presLayoutVars>
      </dgm:prSet>
      <dgm:spPr/>
    </dgm:pt>
    <dgm:pt modelId="{283560E0-7451-4E5F-8ADE-97322AAAEFA5}" type="pres">
      <dgm:prSet presAssocID="{A669809C-70A8-4BDA-825C-88710188F29A}" presName="parentText" presStyleLbl="node1" presStyleIdx="2" presStyleCnt="5" custLinFactNeighborX="-199" custLinFactNeighborY="-1548">
        <dgm:presLayoutVars>
          <dgm:chMax val="0"/>
          <dgm:bulletEnabled val="1"/>
        </dgm:presLayoutVars>
      </dgm:prSet>
      <dgm:spPr/>
    </dgm:pt>
    <dgm:pt modelId="{EBFB108A-0646-40DB-A4E2-2EB0F7C2C3CA}" type="pres">
      <dgm:prSet presAssocID="{A669809C-70A8-4BDA-825C-88710188F29A}" presName="childText" presStyleLbl="revTx" presStyleIdx="2" presStyleCnt="5">
        <dgm:presLayoutVars>
          <dgm:bulletEnabled val="1"/>
        </dgm:presLayoutVars>
      </dgm:prSet>
      <dgm:spPr/>
    </dgm:pt>
    <dgm:pt modelId="{F77EA6A8-1464-4551-8EE8-20BC13E562AC}" type="pres">
      <dgm:prSet presAssocID="{9F0DEDE0-9FB3-46B8-8C58-C22C9231F42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19F9022-9AF4-420F-9F8F-5EC382B3AE2E}" type="pres">
      <dgm:prSet presAssocID="{9F0DEDE0-9FB3-46B8-8C58-C22C9231F424}" presName="childText" presStyleLbl="revTx" presStyleIdx="3" presStyleCnt="5">
        <dgm:presLayoutVars>
          <dgm:bulletEnabled val="1"/>
        </dgm:presLayoutVars>
      </dgm:prSet>
      <dgm:spPr/>
    </dgm:pt>
    <dgm:pt modelId="{CB7735FE-0255-4965-990A-9A7E4FA473DF}" type="pres">
      <dgm:prSet presAssocID="{A38E3163-E01B-41BD-BECF-7C93C2828D2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7C80C75-FB73-43FA-B8F3-6AB883F26126}" type="pres">
      <dgm:prSet presAssocID="{A38E3163-E01B-41BD-BECF-7C93C2828D24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CAFB9306-59F6-471A-8A77-BCC7C8B81A86}" type="presOf" srcId="{CE4073A6-BC74-4CD8-ADEB-B7C08DA39DB2}" destId="{EBFB108A-0646-40DB-A4E2-2EB0F7C2C3CA}" srcOrd="0" destOrd="1" presId="urn:microsoft.com/office/officeart/2005/8/layout/vList2"/>
    <dgm:cxn modelId="{F6D39911-0C8C-4D7A-BED2-3EAAA0733416}" type="presOf" srcId="{8432EA3C-0C9A-438A-AD30-6DF778FF955F}" destId="{319F9022-9AF4-420F-9F8F-5EC382B3AE2E}" srcOrd="0" destOrd="1" presId="urn:microsoft.com/office/officeart/2005/8/layout/vList2"/>
    <dgm:cxn modelId="{D32E1918-E8B0-4835-A564-1FC73B0D0D08}" type="presOf" srcId="{9C9E8B2E-C914-457B-8F62-7D53CC7D0640}" destId="{15E9B86E-6962-4F62-8A3E-7D24F700A17C}" srcOrd="0" destOrd="1" presId="urn:microsoft.com/office/officeart/2005/8/layout/vList2"/>
    <dgm:cxn modelId="{1AAF3118-23A4-426C-9F59-420E57041744}" srcId="{A38E3163-E01B-41BD-BECF-7C93C2828D24}" destId="{4423EA1D-1464-472B-85C4-24B24D9AB183}" srcOrd="1" destOrd="0" parTransId="{6FA130D6-3717-497F-9154-4355935B08FD}" sibTransId="{55F9CCEC-45C7-487C-A072-6427A7B8AD37}"/>
    <dgm:cxn modelId="{9C7F891E-FAC6-4BCF-8C78-497CE7FC0DDF}" type="presOf" srcId="{B7C8B0B5-CA38-4876-B811-7DE4F88BF48B}" destId="{67C80C75-FB73-43FA-B8F3-6AB883F26126}" srcOrd="0" destOrd="0" presId="urn:microsoft.com/office/officeart/2005/8/layout/vList2"/>
    <dgm:cxn modelId="{DFC17B25-E73C-44CB-BA80-01493F8CF0A5}" srcId="{A38E3163-E01B-41BD-BECF-7C93C2828D24}" destId="{B7C8B0B5-CA38-4876-B811-7DE4F88BF48B}" srcOrd="0" destOrd="0" parTransId="{6B4D6A6D-9231-45EE-ACE0-FDBFF633ADC0}" sibTransId="{23B107B0-A978-4806-BF3C-6CCEB49E240D}"/>
    <dgm:cxn modelId="{E2E69F25-D23F-4788-B3BB-8B22020FB7DE}" type="presOf" srcId="{C4D64048-3684-4AFE-AD88-80695FE20736}" destId="{AC97B197-E92F-4F8D-B8E1-22D11ED631B5}" srcOrd="0" destOrd="1" presId="urn:microsoft.com/office/officeart/2005/8/layout/vList2"/>
    <dgm:cxn modelId="{0F6ABB25-E66B-4CB9-AAB1-9FACB7616ACD}" type="presOf" srcId="{79056685-2CE9-4BCF-89AB-964FED385086}" destId="{AC97B197-E92F-4F8D-B8E1-22D11ED631B5}" srcOrd="0" destOrd="0" presId="urn:microsoft.com/office/officeart/2005/8/layout/vList2"/>
    <dgm:cxn modelId="{58070330-06BE-4042-BB7C-D0E4DAE30561}" srcId="{024B11E3-E3DB-4DAA-B804-D4B8484087B8}" destId="{C910AE5A-A6BB-4E29-BBD4-A63EDEAF3851}" srcOrd="0" destOrd="0" parTransId="{A9449CC0-AE56-4FC0-8932-BD1A20ED2EC6}" sibTransId="{E62C4D31-E4CE-41F2-B69E-9127AF924D1A}"/>
    <dgm:cxn modelId="{C58C0E31-75FC-4CBF-84D2-602A0A854F3F}" srcId="{C910AE5A-A6BB-4E29-BBD4-A63EDEAF3851}" destId="{C4D64048-3684-4AFE-AD88-80695FE20736}" srcOrd="1" destOrd="0" parTransId="{4CBE32FE-2B8C-4424-8117-F253DDEE223C}" sibTransId="{9BB7C1FA-21E4-48A3-AA91-7B1319E16D7F}"/>
    <dgm:cxn modelId="{03B1F636-3637-47E6-A23D-6B8D072973D3}" type="presOf" srcId="{A38E3163-E01B-41BD-BECF-7C93C2828D24}" destId="{CB7735FE-0255-4965-990A-9A7E4FA473DF}" srcOrd="0" destOrd="0" presId="urn:microsoft.com/office/officeart/2005/8/layout/vList2"/>
    <dgm:cxn modelId="{A499065F-0E33-4F7A-8006-50905BE822DE}" type="presOf" srcId="{3D2F1E0E-E1B3-42D1-AA7F-1F4E0B26BA69}" destId="{EBFB108A-0646-40DB-A4E2-2EB0F7C2C3CA}" srcOrd="0" destOrd="0" presId="urn:microsoft.com/office/officeart/2005/8/layout/vList2"/>
    <dgm:cxn modelId="{528C1A41-7917-4B83-8AD9-833718B4638E}" srcId="{36A2CA3B-4880-4B7C-B994-CF24B98E77AC}" destId="{9C9E8B2E-C914-457B-8F62-7D53CC7D0640}" srcOrd="1" destOrd="0" parTransId="{752AB382-8621-44FF-9E48-4C37573464DB}" sibTransId="{A12E0E06-541B-46B4-9523-E8145B5CE9A5}"/>
    <dgm:cxn modelId="{F5D01E46-C6BB-4602-958B-20D632439F52}" srcId="{024B11E3-E3DB-4DAA-B804-D4B8484087B8}" destId="{A669809C-70A8-4BDA-825C-88710188F29A}" srcOrd="2" destOrd="0" parTransId="{FCEE287D-E5F2-4B3B-83EB-C18041CAFBA2}" sibTransId="{161E3C4A-999B-40A8-98D6-F8FD69CF8FEC}"/>
    <dgm:cxn modelId="{227D5C4C-235B-40E4-AA61-2EFC9EB69B97}" srcId="{9F0DEDE0-9FB3-46B8-8C58-C22C9231F424}" destId="{8432EA3C-0C9A-438A-AD30-6DF778FF955F}" srcOrd="1" destOrd="0" parTransId="{452A74E9-C4FE-4A18-A47F-2952C090A084}" sibTransId="{BAA895AB-E0D9-46EF-99DB-AA0097D5E114}"/>
    <dgm:cxn modelId="{F1C13E70-98F1-4DCA-B207-FE60D888B7FB}" srcId="{C910AE5A-A6BB-4E29-BBD4-A63EDEAF3851}" destId="{79056685-2CE9-4BCF-89AB-964FED385086}" srcOrd="0" destOrd="0" parTransId="{B6C2D296-8B53-4BE7-9A02-77EBC2E61F7B}" sibTransId="{BBA57D8B-0DD3-45BA-AEFF-43B933961273}"/>
    <dgm:cxn modelId="{E5333481-D134-4930-9978-3539F5888FEB}" type="presOf" srcId="{024B11E3-E3DB-4DAA-B804-D4B8484087B8}" destId="{DDB63A23-0D12-483E-B645-566FE22237C6}" srcOrd="0" destOrd="0" presId="urn:microsoft.com/office/officeart/2005/8/layout/vList2"/>
    <dgm:cxn modelId="{38A4D992-3524-4546-B2D2-C3379968A2D8}" type="presOf" srcId="{4423EA1D-1464-472B-85C4-24B24D9AB183}" destId="{67C80C75-FB73-43FA-B8F3-6AB883F26126}" srcOrd="0" destOrd="1" presId="urn:microsoft.com/office/officeart/2005/8/layout/vList2"/>
    <dgm:cxn modelId="{6B16A994-B80A-4D89-AF2A-55499614645D}" type="presOf" srcId="{C910AE5A-A6BB-4E29-BBD4-A63EDEAF3851}" destId="{32386F79-5F37-4D91-A6C6-94C30284F78B}" srcOrd="0" destOrd="0" presId="urn:microsoft.com/office/officeart/2005/8/layout/vList2"/>
    <dgm:cxn modelId="{2657F9A0-C0ED-4B41-BF27-7AC1BF09F89C}" type="presOf" srcId="{36A2CA3B-4880-4B7C-B994-CF24B98E77AC}" destId="{5B648DCA-308A-426A-914C-6E964DDBF3A0}" srcOrd="0" destOrd="0" presId="urn:microsoft.com/office/officeart/2005/8/layout/vList2"/>
    <dgm:cxn modelId="{D4A469B5-0ECA-41F8-83E7-3B305CE5AD09}" type="presOf" srcId="{832B46D0-2C99-4EAE-8EA9-45032485ED0E}" destId="{319F9022-9AF4-420F-9F8F-5EC382B3AE2E}" srcOrd="0" destOrd="0" presId="urn:microsoft.com/office/officeart/2005/8/layout/vList2"/>
    <dgm:cxn modelId="{FDF2E1BA-9F8A-4E5C-BBFC-A586E0315754}" srcId="{A669809C-70A8-4BDA-825C-88710188F29A}" destId="{3D2F1E0E-E1B3-42D1-AA7F-1F4E0B26BA69}" srcOrd="0" destOrd="0" parTransId="{A6C0A432-6FF3-47F4-BFD9-00D34C8F2753}" sibTransId="{DF294873-6FB6-41D8-8424-B506AC857493}"/>
    <dgm:cxn modelId="{01F18EC8-0C5D-4DA4-A12B-96899461707B}" srcId="{024B11E3-E3DB-4DAA-B804-D4B8484087B8}" destId="{36A2CA3B-4880-4B7C-B994-CF24B98E77AC}" srcOrd="1" destOrd="0" parTransId="{37C8CDCC-B04F-4921-A495-99BB223739CB}" sibTransId="{CF3B6D70-24F4-472D-AB24-28E6BB010149}"/>
    <dgm:cxn modelId="{59B217C9-9B7B-4F75-837F-9394551A147E}" srcId="{A669809C-70A8-4BDA-825C-88710188F29A}" destId="{CE4073A6-BC74-4CD8-ADEB-B7C08DA39DB2}" srcOrd="1" destOrd="0" parTransId="{BD7687B3-58BB-49F0-864E-0CDDAA4FA4B6}" sibTransId="{6845EB11-0501-40A5-979E-4BD392F8491D}"/>
    <dgm:cxn modelId="{4965E1C9-5E9C-444F-B864-B329E8F85BD3}" srcId="{024B11E3-E3DB-4DAA-B804-D4B8484087B8}" destId="{9F0DEDE0-9FB3-46B8-8C58-C22C9231F424}" srcOrd="3" destOrd="0" parTransId="{E9D1806B-0CF7-4E00-AD1C-FB7735D2AFD6}" sibTransId="{445BEBAE-1CED-4D2C-8CE8-4243C614789B}"/>
    <dgm:cxn modelId="{1B50D9CA-85D7-4435-824E-B3ED69ECC40A}" type="presOf" srcId="{DED6A438-BA40-47A0-A539-8FC76DC3573D}" destId="{15E9B86E-6962-4F62-8A3E-7D24F700A17C}" srcOrd="0" destOrd="0" presId="urn:microsoft.com/office/officeart/2005/8/layout/vList2"/>
    <dgm:cxn modelId="{46A5DDCD-0D7F-4575-8ADB-BA890EB7FC8D}" type="presOf" srcId="{A669809C-70A8-4BDA-825C-88710188F29A}" destId="{283560E0-7451-4E5F-8ADE-97322AAAEFA5}" srcOrd="0" destOrd="0" presId="urn:microsoft.com/office/officeart/2005/8/layout/vList2"/>
    <dgm:cxn modelId="{4F0CD9D5-3D6F-4F1D-8266-B2924B9AAA58}" type="presOf" srcId="{9F0DEDE0-9FB3-46B8-8C58-C22C9231F424}" destId="{F77EA6A8-1464-4551-8EE8-20BC13E562AC}" srcOrd="0" destOrd="0" presId="urn:microsoft.com/office/officeart/2005/8/layout/vList2"/>
    <dgm:cxn modelId="{028B7AD7-95F1-43D4-BF79-E8617FA31503}" srcId="{36A2CA3B-4880-4B7C-B994-CF24B98E77AC}" destId="{DED6A438-BA40-47A0-A539-8FC76DC3573D}" srcOrd="0" destOrd="0" parTransId="{6C38B8EA-BEE8-4338-8B48-110887BD4808}" sibTransId="{1699350F-D851-4F52-8F90-30A4DA04FE3F}"/>
    <dgm:cxn modelId="{8303E9E3-CE4A-4305-9955-D5FD9C0332B7}" srcId="{024B11E3-E3DB-4DAA-B804-D4B8484087B8}" destId="{A38E3163-E01B-41BD-BECF-7C93C2828D24}" srcOrd="4" destOrd="0" parTransId="{BE0C8F33-3465-470C-A9EE-E5B3BE5956B5}" sibTransId="{29421150-2F65-4DC8-911B-DD0E3B089047}"/>
    <dgm:cxn modelId="{892CDBF6-4C2B-4468-B5DC-D184C565C7F5}" srcId="{9F0DEDE0-9FB3-46B8-8C58-C22C9231F424}" destId="{832B46D0-2C99-4EAE-8EA9-45032485ED0E}" srcOrd="0" destOrd="0" parTransId="{FE5D9483-02AF-4364-8E73-B85E33AA1E0A}" sibTransId="{1A3C030A-F4BA-4653-BC88-329C02F159A5}"/>
    <dgm:cxn modelId="{D9C81CC4-7F28-422B-8220-0AD67897FA00}" type="presParOf" srcId="{DDB63A23-0D12-483E-B645-566FE22237C6}" destId="{32386F79-5F37-4D91-A6C6-94C30284F78B}" srcOrd="0" destOrd="0" presId="urn:microsoft.com/office/officeart/2005/8/layout/vList2"/>
    <dgm:cxn modelId="{4CC6B651-98AD-40E6-95C0-8B99A82C2700}" type="presParOf" srcId="{DDB63A23-0D12-483E-B645-566FE22237C6}" destId="{AC97B197-E92F-4F8D-B8E1-22D11ED631B5}" srcOrd="1" destOrd="0" presId="urn:microsoft.com/office/officeart/2005/8/layout/vList2"/>
    <dgm:cxn modelId="{D8E10C01-879C-4BE8-BD50-C8F81845E0CD}" type="presParOf" srcId="{DDB63A23-0D12-483E-B645-566FE22237C6}" destId="{5B648DCA-308A-426A-914C-6E964DDBF3A0}" srcOrd="2" destOrd="0" presId="urn:microsoft.com/office/officeart/2005/8/layout/vList2"/>
    <dgm:cxn modelId="{7C212527-37ED-4F6F-987D-01D1803779F7}" type="presParOf" srcId="{DDB63A23-0D12-483E-B645-566FE22237C6}" destId="{15E9B86E-6962-4F62-8A3E-7D24F700A17C}" srcOrd="3" destOrd="0" presId="urn:microsoft.com/office/officeart/2005/8/layout/vList2"/>
    <dgm:cxn modelId="{8EE007A9-B15C-4B39-9E9F-D782B10233A7}" type="presParOf" srcId="{DDB63A23-0D12-483E-B645-566FE22237C6}" destId="{283560E0-7451-4E5F-8ADE-97322AAAEFA5}" srcOrd="4" destOrd="0" presId="urn:microsoft.com/office/officeart/2005/8/layout/vList2"/>
    <dgm:cxn modelId="{BB26944B-43DF-42AB-A330-E2340FE26AAA}" type="presParOf" srcId="{DDB63A23-0D12-483E-B645-566FE22237C6}" destId="{EBFB108A-0646-40DB-A4E2-2EB0F7C2C3CA}" srcOrd="5" destOrd="0" presId="urn:microsoft.com/office/officeart/2005/8/layout/vList2"/>
    <dgm:cxn modelId="{E5869D7D-F9DD-4C2F-A2AD-5A071B50C290}" type="presParOf" srcId="{DDB63A23-0D12-483E-B645-566FE22237C6}" destId="{F77EA6A8-1464-4551-8EE8-20BC13E562AC}" srcOrd="6" destOrd="0" presId="urn:microsoft.com/office/officeart/2005/8/layout/vList2"/>
    <dgm:cxn modelId="{011922D1-8B92-4B8E-83CF-0D252A4DAADF}" type="presParOf" srcId="{DDB63A23-0D12-483E-B645-566FE22237C6}" destId="{319F9022-9AF4-420F-9F8F-5EC382B3AE2E}" srcOrd="7" destOrd="0" presId="urn:microsoft.com/office/officeart/2005/8/layout/vList2"/>
    <dgm:cxn modelId="{6C136F78-FE8B-45F1-9126-4C1EDEEB0BA3}" type="presParOf" srcId="{DDB63A23-0D12-483E-B645-566FE22237C6}" destId="{CB7735FE-0255-4965-990A-9A7E4FA473DF}" srcOrd="8" destOrd="0" presId="urn:microsoft.com/office/officeart/2005/8/layout/vList2"/>
    <dgm:cxn modelId="{7A796B90-56D4-4C44-B548-DE19A6D0B2D0}" type="presParOf" srcId="{DDB63A23-0D12-483E-B645-566FE22237C6}" destId="{67C80C75-FB73-43FA-B8F3-6AB883F2612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86F79-5F37-4D91-A6C6-94C30284F78B}">
      <dsp:nvSpPr>
        <dsp:cNvPr id="0" name=""/>
        <dsp:cNvSpPr/>
      </dsp:nvSpPr>
      <dsp:spPr>
        <a:xfrm>
          <a:off x="0" y="79950"/>
          <a:ext cx="8250651" cy="374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Patient Profile and Baseline </a:t>
          </a:r>
          <a:r>
            <a:rPr lang="fr-FR" sz="16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Characteristics</a:t>
          </a:r>
          <a:endParaRPr lang="fr-FR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77" y="98227"/>
        <a:ext cx="8214097" cy="337846"/>
      </dsp:txXfrm>
    </dsp:sp>
    <dsp:sp modelId="{AC97B197-E92F-4F8D-B8E1-22D11ED631B5}">
      <dsp:nvSpPr>
        <dsp:cNvPr id="0" name=""/>
        <dsp:cNvSpPr/>
      </dsp:nvSpPr>
      <dsp:spPr>
        <a:xfrm>
          <a:off x="0" y="515265"/>
          <a:ext cx="8250651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Age, gender, BMI, health literacy, sociological factors, psychological history.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Tailor surveys to individual characteristics, e.g., Beck Depression Inventory (BDI) for mental health needs impacting adherence.</a:t>
          </a:r>
        </a:p>
      </dsp:txBody>
      <dsp:txXfrm>
        <a:off x="0" y="515265"/>
        <a:ext cx="8250651" cy="563040"/>
      </dsp:txXfrm>
    </dsp:sp>
    <dsp:sp modelId="{5B648DCA-308A-426A-914C-6E964DDBF3A0}">
      <dsp:nvSpPr>
        <dsp:cNvPr id="0" name=""/>
        <dsp:cNvSpPr/>
      </dsp:nvSpPr>
      <dsp:spPr>
        <a:xfrm>
          <a:off x="0" y="1078305"/>
          <a:ext cx="8250651" cy="374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Adherence and Usage Patterns</a:t>
          </a:r>
          <a:endParaRPr lang="fr-FR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77" y="1096582"/>
        <a:ext cx="8214097" cy="337846"/>
      </dsp:txXfrm>
    </dsp:sp>
    <dsp:sp modelId="{15E9B86E-6962-4F62-8A3E-7D24F700A17C}">
      <dsp:nvSpPr>
        <dsp:cNvPr id="0" name=""/>
        <dsp:cNvSpPr/>
      </dsp:nvSpPr>
      <dsp:spPr>
        <a:xfrm>
          <a:off x="0" y="1452705"/>
          <a:ext cx="8250651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CPAP use frequency, duration, consistency, and challenges (e.g., leakage).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Low adherence may prompt quick assessments like the Epworth Sleepiness Scale (ESS), while consistent users benefit from comprehensive surveys (SF-36, PSQI) for deeper insights.</a:t>
          </a:r>
        </a:p>
      </dsp:txBody>
      <dsp:txXfrm>
        <a:off x="0" y="1452705"/>
        <a:ext cx="8250651" cy="563040"/>
      </dsp:txXfrm>
    </dsp:sp>
    <dsp:sp modelId="{283560E0-7451-4E5F-8ADE-97322AAAEFA5}">
      <dsp:nvSpPr>
        <dsp:cNvPr id="0" name=""/>
        <dsp:cNvSpPr/>
      </dsp:nvSpPr>
      <dsp:spPr>
        <a:xfrm>
          <a:off x="0" y="2007029"/>
          <a:ext cx="8250651" cy="374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Intervention Type and Intensity</a:t>
          </a:r>
          <a:endParaRPr lang="fr-FR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77" y="2025306"/>
        <a:ext cx="8214097" cy="337846"/>
      </dsp:txXfrm>
    </dsp:sp>
    <dsp:sp modelId="{EBFB108A-0646-40DB-A4E2-2EB0F7C2C3CA}">
      <dsp:nvSpPr>
        <dsp:cNvPr id="0" name=""/>
        <dsp:cNvSpPr/>
      </dsp:nvSpPr>
      <dsp:spPr>
        <a:xfrm>
          <a:off x="0" y="2390145"/>
          <a:ext cx="8250651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Intervention level (remote vs. in-person), clinical needs.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Simple surveys like ESS for low-effort interventions; more detailed surveys (SF-36, condition-specific) for intensive or clinical interventions.</a:t>
          </a:r>
        </a:p>
      </dsp:txBody>
      <dsp:txXfrm>
        <a:off x="0" y="2390145"/>
        <a:ext cx="8250651" cy="563040"/>
      </dsp:txXfrm>
    </dsp:sp>
    <dsp:sp modelId="{F77EA6A8-1464-4551-8EE8-20BC13E562AC}">
      <dsp:nvSpPr>
        <dsp:cNvPr id="0" name=""/>
        <dsp:cNvSpPr/>
      </dsp:nvSpPr>
      <dsp:spPr>
        <a:xfrm>
          <a:off x="0" y="2953185"/>
          <a:ext cx="8250651" cy="374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Duration and Follow-Up Needs</a:t>
          </a:r>
          <a:endParaRPr lang="fr-FR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77" y="2971462"/>
        <a:ext cx="8214097" cy="337846"/>
      </dsp:txXfrm>
    </dsp:sp>
    <dsp:sp modelId="{319F9022-9AF4-420F-9F8F-5EC382B3AE2E}">
      <dsp:nvSpPr>
        <dsp:cNvPr id="0" name=""/>
        <dsp:cNvSpPr/>
      </dsp:nvSpPr>
      <dsp:spPr>
        <a:xfrm>
          <a:off x="0" y="3327585"/>
          <a:ext cx="8250651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Short- vs. long-term monitoring and patient engagement.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Frequent early-stage follow-ups (PSQI, FSS) for adjustments; long-term tools (SF-36) at 3–6 month intervals for sustained monitoring.</a:t>
          </a:r>
        </a:p>
      </dsp:txBody>
      <dsp:txXfrm>
        <a:off x="0" y="3327585"/>
        <a:ext cx="8250651" cy="563040"/>
      </dsp:txXfrm>
    </dsp:sp>
    <dsp:sp modelId="{CB7735FE-0255-4965-990A-9A7E4FA473DF}">
      <dsp:nvSpPr>
        <dsp:cNvPr id="0" name=""/>
        <dsp:cNvSpPr/>
      </dsp:nvSpPr>
      <dsp:spPr>
        <a:xfrm>
          <a:off x="0" y="3890625"/>
          <a:ext cx="8250651" cy="374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·  </a:t>
          </a:r>
          <a:r>
            <a:rPr lang="fr-FR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Targeted Health Outcomes</a:t>
          </a:r>
          <a:endParaRPr lang="fr-FR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77" y="3908902"/>
        <a:ext cx="8214097" cy="337846"/>
      </dsp:txXfrm>
    </dsp:sp>
    <dsp:sp modelId="{67C80C75-FB73-43FA-B8F3-6AB883F26126}">
      <dsp:nvSpPr>
        <dsp:cNvPr id="0" name=""/>
        <dsp:cNvSpPr/>
      </dsp:nvSpPr>
      <dsp:spPr>
        <a:xfrm>
          <a:off x="0" y="4265025"/>
          <a:ext cx="8250651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958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Criteria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Goals like improved daytime function or mental health stabilization.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Rationale</a:t>
          </a:r>
          <a:r>
            <a:rPr lang="fr-FR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: Mental health goals use BDI or SF-36; daytime function improvements measured by ESS and FSS to monitor alertness and productivity.</a:t>
          </a:r>
        </a:p>
      </dsp:txBody>
      <dsp:txXfrm>
        <a:off x="0" y="4265025"/>
        <a:ext cx="8250651" cy="563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AB47E-275D-4686-9E14-00C322600FB4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5D23-DEDE-470D-8B9E-61469809FF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94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 Low Effort Remote Notification (Effort Level A)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None/>
              <a:tabLst>
                <a:tab pos="457200" algn="l"/>
              </a:tabLst>
              <a:defRPr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Notify patients about compliance or other clinical parameters in a non-intrusive manner.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2. Personalized Remote Intervention (Effort Level B)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Provide a more interactive approach by directly communicating with patients via phone or video to address compliance or leakage issues.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Physician Collaboration (Special Level)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Involve prescribers when a clinical decision is necessary, especially for addressing AHI flow issues.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4. High Effort In-Person Interventions (Effort Level C)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Conduct in-person visits, either at a healthcare center or at home, for patients who need intensive assistance.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26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5.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Remote_Shipping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(Supporting Intervention)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Ship equipment to patients as part of their treatment or as a follow-up to another intervention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117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05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2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5D23-DEDE-470D-8B9E-61469809FF2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118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7" descr="800x600"/>
          <p:cNvPicPr>
            <a:picLocks noChangeAspect="1" noChangeArrowheads="1"/>
          </p:cNvPicPr>
          <p:nvPr userDrawn="1"/>
        </p:nvPicPr>
        <p:blipFill>
          <a:blip r:embed="rId2"/>
          <a:stretch/>
        </p:blipFill>
        <p:spPr bwMode="auto">
          <a:xfrm>
            <a:off x="0" y="2266950"/>
            <a:ext cx="1752599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8"/>
          <p:cNvSpPr>
            <a:spLocks noChangeArrowheads="1"/>
          </p:cNvSpPr>
          <p:nvPr userDrawn="1"/>
        </p:nvSpPr>
        <p:spPr bwMode="gray">
          <a:xfrm>
            <a:off x="1465263" y="3430588"/>
            <a:ext cx="7450137" cy="74612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 t="9105" b="14795"/>
          <a:stretch/>
        </p:blipFill>
        <p:spPr bwMode="auto">
          <a:xfrm>
            <a:off x="2364173" y="5787993"/>
            <a:ext cx="1951037" cy="53181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4"/>
          <a:stretch/>
        </p:blipFill>
        <p:spPr bwMode="auto">
          <a:xfrm>
            <a:off x="7518522" y="5809583"/>
            <a:ext cx="939678" cy="48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5" descr="http://envue.insa-lyon.fr/Logotype2014/img_logotype-gr/jpg/logo-coul.jpg"/>
          <p:cNvPicPr>
            <a:picLocks noChangeAspect="1" noChangeArrowheads="1"/>
          </p:cNvPicPr>
          <p:nvPr userDrawn="1"/>
        </p:nvPicPr>
        <p:blipFill>
          <a:blip r:embed="rId5"/>
          <a:stretch/>
        </p:blipFill>
        <p:spPr bwMode="auto">
          <a:xfrm>
            <a:off x="685800" y="5867368"/>
            <a:ext cx="1289050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1981200" y="990600"/>
            <a:ext cx="6781800" cy="2147888"/>
          </a:xfrm>
        </p:spPr>
        <p:txBody>
          <a:bodyPr/>
          <a:lstStyle>
            <a:lvl1pPr algn="ctr">
              <a:defRPr sz="4000"/>
            </a:lvl1pPr>
          </a:lstStyle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1200" y="3886200"/>
            <a:ext cx="6781800" cy="1752599"/>
          </a:xfrm>
        </p:spPr>
        <p:txBody>
          <a:bodyPr/>
          <a:lstStyle>
            <a:lvl1pPr marL="0" indent="0" algn="ctr">
              <a:buFont typeface="Wingdings"/>
              <a:buNone/>
              <a:defRPr/>
            </a:lvl1pPr>
          </a:lstStyle>
          <a:p>
            <a:pPr lvl="0">
              <a:defRPr/>
            </a:pPr>
            <a:r>
              <a:rPr lang="fr-FR"/>
              <a:t>Cliquez pour modifier le style des sous-titres du masque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704533" y="5749423"/>
            <a:ext cx="1082708" cy="60895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6176564" y="5812373"/>
            <a:ext cx="952633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B4C9C-7E3A-4633-B357-D2A0DD3A570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small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F9D46-D181-4C50-92D4-93607901709D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304800" y="1676400"/>
            <a:ext cx="4248150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705350" y="1676400"/>
            <a:ext cx="4249738" cy="4648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EF70-25BC-4BBF-9BDE-12E897CF2A70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1524000" y="381000"/>
            <a:ext cx="7423150" cy="8683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58402-EA74-4123-9177-F0DF2DE3579C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175FA3"/>
                </a:solidFill>
              </a:defRPr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F960F-BB3B-4BE1-960F-F64E6E93944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80BB7-1239-452D-A816-26C3A74C0536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3429000" y="576261"/>
            <a:ext cx="5486400" cy="566738"/>
          </a:xfrm>
        </p:spPr>
        <p:txBody>
          <a:bodyPr/>
          <a:lstStyle>
            <a:lvl1pPr algn="r">
              <a:defRPr sz="2000" b="1"/>
            </a:lvl1pPr>
          </a:lstStyle>
          <a:p>
            <a:pPr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1792288" y="1447799"/>
            <a:ext cx="5486400" cy="39195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fr-FR"/>
              <a:t>Cliquez sur l'icône pour ajouter une image</a:t>
            </a:r>
            <a:endParaRPr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B1394-6BE4-442D-816A-298820F63DE2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8F6418-2F54-45D4-A57F-70F7C2212E90}"/>
              </a:ext>
            </a:extLst>
          </p:cNvPr>
          <p:cNvSpPr/>
          <p:nvPr userDrawn="1"/>
        </p:nvSpPr>
        <p:spPr>
          <a:xfrm>
            <a:off x="-15041" y="5839007"/>
            <a:ext cx="9159041" cy="794973"/>
          </a:xfrm>
          <a:custGeom>
            <a:avLst/>
            <a:gdLst>
              <a:gd name="connsiteX0" fmla="*/ 5579269 w 5600700"/>
              <a:gd name="connsiteY0" fmla="*/ 285274 h 409575"/>
              <a:gd name="connsiteX1" fmla="*/ 5285899 w 5600700"/>
              <a:gd name="connsiteY1" fmla="*/ 285274 h 409575"/>
              <a:gd name="connsiteX2" fmla="*/ 5258277 w 5600700"/>
              <a:gd name="connsiteY2" fmla="*/ 323374 h 409575"/>
              <a:gd name="connsiteX3" fmla="*/ 5218271 w 5600700"/>
              <a:gd name="connsiteY3" fmla="*/ 153829 h 409575"/>
              <a:gd name="connsiteX4" fmla="*/ 5182077 w 5600700"/>
              <a:gd name="connsiteY4" fmla="*/ 285274 h 409575"/>
              <a:gd name="connsiteX5" fmla="*/ 5094446 w 5600700"/>
              <a:gd name="connsiteY5" fmla="*/ 285274 h 409575"/>
              <a:gd name="connsiteX6" fmla="*/ 5081111 w 5600700"/>
              <a:gd name="connsiteY6" fmla="*/ 335756 h 409575"/>
              <a:gd name="connsiteX7" fmla="*/ 5057299 w 5600700"/>
              <a:gd name="connsiteY7" fmla="*/ 277654 h 409575"/>
              <a:gd name="connsiteX8" fmla="*/ 5033486 w 5600700"/>
              <a:gd name="connsiteY8" fmla="*/ 322421 h 409575"/>
              <a:gd name="connsiteX9" fmla="*/ 4988719 w 5600700"/>
              <a:gd name="connsiteY9" fmla="*/ 21431 h 409575"/>
              <a:gd name="connsiteX10" fmla="*/ 4933474 w 5600700"/>
              <a:gd name="connsiteY10" fmla="*/ 393859 h 409575"/>
              <a:gd name="connsiteX11" fmla="*/ 4912519 w 5600700"/>
              <a:gd name="connsiteY11" fmla="*/ 285274 h 409575"/>
              <a:gd name="connsiteX12" fmla="*/ 4686777 w 5600700"/>
              <a:gd name="connsiteY12" fmla="*/ 285274 h 409575"/>
              <a:gd name="connsiteX13" fmla="*/ 4657249 w 5600700"/>
              <a:gd name="connsiteY13" fmla="*/ 344329 h 409575"/>
              <a:gd name="connsiteX14" fmla="*/ 4622006 w 5600700"/>
              <a:gd name="connsiteY14" fmla="*/ 150971 h 409575"/>
              <a:gd name="connsiteX15" fmla="*/ 4579144 w 5600700"/>
              <a:gd name="connsiteY15" fmla="*/ 285274 h 409575"/>
              <a:gd name="connsiteX16" fmla="*/ 4492466 w 5600700"/>
              <a:gd name="connsiteY16" fmla="*/ 285274 h 409575"/>
              <a:gd name="connsiteX17" fmla="*/ 4467702 w 5600700"/>
              <a:gd name="connsiteY17" fmla="*/ 322421 h 409575"/>
              <a:gd name="connsiteX18" fmla="*/ 4441984 w 5600700"/>
              <a:gd name="connsiteY18" fmla="*/ 275749 h 409575"/>
              <a:gd name="connsiteX19" fmla="*/ 4408646 w 5600700"/>
              <a:gd name="connsiteY19" fmla="*/ 336709 h 409575"/>
              <a:gd name="connsiteX20" fmla="*/ 4377214 w 5600700"/>
              <a:gd name="connsiteY20" fmla="*/ 72866 h 409575"/>
              <a:gd name="connsiteX21" fmla="*/ 4336256 w 5600700"/>
              <a:gd name="connsiteY21" fmla="*/ 377666 h 409575"/>
              <a:gd name="connsiteX22" fmla="*/ 4308634 w 5600700"/>
              <a:gd name="connsiteY22" fmla="*/ 285274 h 409575"/>
              <a:gd name="connsiteX23" fmla="*/ 4239102 w 5600700"/>
              <a:gd name="connsiteY23" fmla="*/ 285274 h 409575"/>
              <a:gd name="connsiteX24" fmla="*/ 4210527 w 5600700"/>
              <a:gd name="connsiteY24" fmla="*/ 237649 h 409575"/>
              <a:gd name="connsiteX25" fmla="*/ 4178141 w 5600700"/>
              <a:gd name="connsiteY25" fmla="*/ 285274 h 409575"/>
              <a:gd name="connsiteX26" fmla="*/ 21431 w 5600700"/>
              <a:gd name="connsiteY26" fmla="*/ 285274 h 409575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75874 h 372428"/>
              <a:gd name="connsiteX0" fmla="*/ 5196891 w 5196891"/>
              <a:gd name="connsiteY0" fmla="*/ 263843 h 372428"/>
              <a:gd name="connsiteX1" fmla="*/ 4903521 w 5196891"/>
              <a:gd name="connsiteY1" fmla="*/ 263843 h 372428"/>
              <a:gd name="connsiteX2" fmla="*/ 4875899 w 5196891"/>
              <a:gd name="connsiteY2" fmla="*/ 301943 h 372428"/>
              <a:gd name="connsiteX3" fmla="*/ 4835893 w 5196891"/>
              <a:gd name="connsiteY3" fmla="*/ 132398 h 372428"/>
              <a:gd name="connsiteX4" fmla="*/ 4799699 w 5196891"/>
              <a:gd name="connsiteY4" fmla="*/ 263843 h 372428"/>
              <a:gd name="connsiteX5" fmla="*/ 4712068 w 5196891"/>
              <a:gd name="connsiteY5" fmla="*/ 263843 h 372428"/>
              <a:gd name="connsiteX6" fmla="*/ 4698733 w 5196891"/>
              <a:gd name="connsiteY6" fmla="*/ 314325 h 372428"/>
              <a:gd name="connsiteX7" fmla="*/ 4674921 w 5196891"/>
              <a:gd name="connsiteY7" fmla="*/ 256223 h 372428"/>
              <a:gd name="connsiteX8" fmla="*/ 4651108 w 5196891"/>
              <a:gd name="connsiteY8" fmla="*/ 300990 h 372428"/>
              <a:gd name="connsiteX9" fmla="*/ 4606341 w 5196891"/>
              <a:gd name="connsiteY9" fmla="*/ 0 h 372428"/>
              <a:gd name="connsiteX10" fmla="*/ 4551096 w 5196891"/>
              <a:gd name="connsiteY10" fmla="*/ 372428 h 372428"/>
              <a:gd name="connsiteX11" fmla="*/ 4530141 w 5196891"/>
              <a:gd name="connsiteY11" fmla="*/ 263843 h 372428"/>
              <a:gd name="connsiteX12" fmla="*/ 4304399 w 5196891"/>
              <a:gd name="connsiteY12" fmla="*/ 263843 h 372428"/>
              <a:gd name="connsiteX13" fmla="*/ 4274871 w 5196891"/>
              <a:gd name="connsiteY13" fmla="*/ 322898 h 372428"/>
              <a:gd name="connsiteX14" fmla="*/ 4239628 w 5196891"/>
              <a:gd name="connsiteY14" fmla="*/ 129540 h 372428"/>
              <a:gd name="connsiteX15" fmla="*/ 4196766 w 5196891"/>
              <a:gd name="connsiteY15" fmla="*/ 263843 h 372428"/>
              <a:gd name="connsiteX16" fmla="*/ 4110088 w 5196891"/>
              <a:gd name="connsiteY16" fmla="*/ 263843 h 372428"/>
              <a:gd name="connsiteX17" fmla="*/ 4085324 w 5196891"/>
              <a:gd name="connsiteY17" fmla="*/ 300990 h 372428"/>
              <a:gd name="connsiteX18" fmla="*/ 4059606 w 5196891"/>
              <a:gd name="connsiteY18" fmla="*/ 254318 h 372428"/>
              <a:gd name="connsiteX19" fmla="*/ 4026268 w 5196891"/>
              <a:gd name="connsiteY19" fmla="*/ 315278 h 372428"/>
              <a:gd name="connsiteX20" fmla="*/ 3994836 w 5196891"/>
              <a:gd name="connsiteY20" fmla="*/ 51435 h 372428"/>
              <a:gd name="connsiteX21" fmla="*/ 3953878 w 5196891"/>
              <a:gd name="connsiteY21" fmla="*/ 356235 h 372428"/>
              <a:gd name="connsiteX22" fmla="*/ 3926256 w 5196891"/>
              <a:gd name="connsiteY22" fmla="*/ 263843 h 372428"/>
              <a:gd name="connsiteX23" fmla="*/ 3856724 w 5196891"/>
              <a:gd name="connsiteY23" fmla="*/ 263843 h 372428"/>
              <a:gd name="connsiteX24" fmla="*/ 3828149 w 5196891"/>
              <a:gd name="connsiteY24" fmla="*/ 216218 h 372428"/>
              <a:gd name="connsiteX25" fmla="*/ 3795763 w 5196891"/>
              <a:gd name="connsiteY25" fmla="*/ 263843 h 372428"/>
              <a:gd name="connsiteX26" fmla="*/ 0 w 5196891"/>
              <a:gd name="connsiteY26" fmla="*/ 263842 h 372428"/>
              <a:gd name="connsiteX0" fmla="*/ 5698543 w 5698543"/>
              <a:gd name="connsiteY0" fmla="*/ 252570 h 372428"/>
              <a:gd name="connsiteX1" fmla="*/ 4903521 w 5698543"/>
              <a:gd name="connsiteY1" fmla="*/ 263843 h 372428"/>
              <a:gd name="connsiteX2" fmla="*/ 4875899 w 5698543"/>
              <a:gd name="connsiteY2" fmla="*/ 301943 h 372428"/>
              <a:gd name="connsiteX3" fmla="*/ 4835893 w 5698543"/>
              <a:gd name="connsiteY3" fmla="*/ 132398 h 372428"/>
              <a:gd name="connsiteX4" fmla="*/ 4799699 w 5698543"/>
              <a:gd name="connsiteY4" fmla="*/ 263843 h 372428"/>
              <a:gd name="connsiteX5" fmla="*/ 4712068 w 5698543"/>
              <a:gd name="connsiteY5" fmla="*/ 263843 h 372428"/>
              <a:gd name="connsiteX6" fmla="*/ 4698733 w 5698543"/>
              <a:gd name="connsiteY6" fmla="*/ 314325 h 372428"/>
              <a:gd name="connsiteX7" fmla="*/ 4674921 w 5698543"/>
              <a:gd name="connsiteY7" fmla="*/ 256223 h 372428"/>
              <a:gd name="connsiteX8" fmla="*/ 4651108 w 5698543"/>
              <a:gd name="connsiteY8" fmla="*/ 300990 h 372428"/>
              <a:gd name="connsiteX9" fmla="*/ 4606341 w 5698543"/>
              <a:gd name="connsiteY9" fmla="*/ 0 h 372428"/>
              <a:gd name="connsiteX10" fmla="*/ 4551096 w 5698543"/>
              <a:gd name="connsiteY10" fmla="*/ 372428 h 372428"/>
              <a:gd name="connsiteX11" fmla="*/ 4530141 w 5698543"/>
              <a:gd name="connsiteY11" fmla="*/ 263843 h 372428"/>
              <a:gd name="connsiteX12" fmla="*/ 4304399 w 5698543"/>
              <a:gd name="connsiteY12" fmla="*/ 263843 h 372428"/>
              <a:gd name="connsiteX13" fmla="*/ 4274871 w 5698543"/>
              <a:gd name="connsiteY13" fmla="*/ 322898 h 372428"/>
              <a:gd name="connsiteX14" fmla="*/ 4239628 w 5698543"/>
              <a:gd name="connsiteY14" fmla="*/ 129540 h 372428"/>
              <a:gd name="connsiteX15" fmla="*/ 4196766 w 5698543"/>
              <a:gd name="connsiteY15" fmla="*/ 263843 h 372428"/>
              <a:gd name="connsiteX16" fmla="*/ 4110088 w 5698543"/>
              <a:gd name="connsiteY16" fmla="*/ 263843 h 372428"/>
              <a:gd name="connsiteX17" fmla="*/ 4085324 w 5698543"/>
              <a:gd name="connsiteY17" fmla="*/ 300990 h 372428"/>
              <a:gd name="connsiteX18" fmla="*/ 4059606 w 5698543"/>
              <a:gd name="connsiteY18" fmla="*/ 254318 h 372428"/>
              <a:gd name="connsiteX19" fmla="*/ 4026268 w 5698543"/>
              <a:gd name="connsiteY19" fmla="*/ 315278 h 372428"/>
              <a:gd name="connsiteX20" fmla="*/ 3994836 w 5698543"/>
              <a:gd name="connsiteY20" fmla="*/ 51435 h 372428"/>
              <a:gd name="connsiteX21" fmla="*/ 3953878 w 5698543"/>
              <a:gd name="connsiteY21" fmla="*/ 356235 h 372428"/>
              <a:gd name="connsiteX22" fmla="*/ 3926256 w 5698543"/>
              <a:gd name="connsiteY22" fmla="*/ 263843 h 372428"/>
              <a:gd name="connsiteX23" fmla="*/ 3856724 w 5698543"/>
              <a:gd name="connsiteY23" fmla="*/ 263843 h 372428"/>
              <a:gd name="connsiteX24" fmla="*/ 3828149 w 5698543"/>
              <a:gd name="connsiteY24" fmla="*/ 216218 h 372428"/>
              <a:gd name="connsiteX25" fmla="*/ 3795763 w 5698543"/>
              <a:gd name="connsiteY25" fmla="*/ 263843 h 372428"/>
              <a:gd name="connsiteX26" fmla="*/ 0 w 5698543"/>
              <a:gd name="connsiteY26" fmla="*/ 263842 h 372428"/>
              <a:gd name="connsiteX0" fmla="*/ 5506901 w 5506901"/>
              <a:gd name="connsiteY0" fmla="*/ 252570 h 372428"/>
              <a:gd name="connsiteX1" fmla="*/ 4903521 w 5506901"/>
              <a:gd name="connsiteY1" fmla="*/ 263843 h 372428"/>
              <a:gd name="connsiteX2" fmla="*/ 4875899 w 5506901"/>
              <a:gd name="connsiteY2" fmla="*/ 301943 h 372428"/>
              <a:gd name="connsiteX3" fmla="*/ 4835893 w 5506901"/>
              <a:gd name="connsiteY3" fmla="*/ 132398 h 372428"/>
              <a:gd name="connsiteX4" fmla="*/ 4799699 w 5506901"/>
              <a:gd name="connsiteY4" fmla="*/ 263843 h 372428"/>
              <a:gd name="connsiteX5" fmla="*/ 4712068 w 5506901"/>
              <a:gd name="connsiteY5" fmla="*/ 263843 h 372428"/>
              <a:gd name="connsiteX6" fmla="*/ 4698733 w 5506901"/>
              <a:gd name="connsiteY6" fmla="*/ 314325 h 372428"/>
              <a:gd name="connsiteX7" fmla="*/ 4674921 w 5506901"/>
              <a:gd name="connsiteY7" fmla="*/ 256223 h 372428"/>
              <a:gd name="connsiteX8" fmla="*/ 4651108 w 5506901"/>
              <a:gd name="connsiteY8" fmla="*/ 300990 h 372428"/>
              <a:gd name="connsiteX9" fmla="*/ 4606341 w 5506901"/>
              <a:gd name="connsiteY9" fmla="*/ 0 h 372428"/>
              <a:gd name="connsiteX10" fmla="*/ 4551096 w 5506901"/>
              <a:gd name="connsiteY10" fmla="*/ 372428 h 372428"/>
              <a:gd name="connsiteX11" fmla="*/ 4530141 w 5506901"/>
              <a:gd name="connsiteY11" fmla="*/ 263843 h 372428"/>
              <a:gd name="connsiteX12" fmla="*/ 4304399 w 5506901"/>
              <a:gd name="connsiteY12" fmla="*/ 263843 h 372428"/>
              <a:gd name="connsiteX13" fmla="*/ 4274871 w 5506901"/>
              <a:gd name="connsiteY13" fmla="*/ 322898 h 372428"/>
              <a:gd name="connsiteX14" fmla="*/ 4239628 w 5506901"/>
              <a:gd name="connsiteY14" fmla="*/ 129540 h 372428"/>
              <a:gd name="connsiteX15" fmla="*/ 4196766 w 5506901"/>
              <a:gd name="connsiteY15" fmla="*/ 263843 h 372428"/>
              <a:gd name="connsiteX16" fmla="*/ 4110088 w 5506901"/>
              <a:gd name="connsiteY16" fmla="*/ 263843 h 372428"/>
              <a:gd name="connsiteX17" fmla="*/ 4085324 w 5506901"/>
              <a:gd name="connsiteY17" fmla="*/ 300990 h 372428"/>
              <a:gd name="connsiteX18" fmla="*/ 4059606 w 5506901"/>
              <a:gd name="connsiteY18" fmla="*/ 254318 h 372428"/>
              <a:gd name="connsiteX19" fmla="*/ 4026268 w 5506901"/>
              <a:gd name="connsiteY19" fmla="*/ 315278 h 372428"/>
              <a:gd name="connsiteX20" fmla="*/ 3994836 w 5506901"/>
              <a:gd name="connsiteY20" fmla="*/ 51435 h 372428"/>
              <a:gd name="connsiteX21" fmla="*/ 3953878 w 5506901"/>
              <a:gd name="connsiteY21" fmla="*/ 356235 h 372428"/>
              <a:gd name="connsiteX22" fmla="*/ 3926256 w 5506901"/>
              <a:gd name="connsiteY22" fmla="*/ 263843 h 372428"/>
              <a:gd name="connsiteX23" fmla="*/ 3856724 w 5506901"/>
              <a:gd name="connsiteY23" fmla="*/ 263843 h 372428"/>
              <a:gd name="connsiteX24" fmla="*/ 3828149 w 5506901"/>
              <a:gd name="connsiteY24" fmla="*/ 216218 h 372428"/>
              <a:gd name="connsiteX25" fmla="*/ 3795763 w 5506901"/>
              <a:gd name="connsiteY25" fmla="*/ 263843 h 372428"/>
              <a:gd name="connsiteX26" fmla="*/ 0 w 5506901"/>
              <a:gd name="connsiteY26" fmla="*/ 263842 h 372428"/>
              <a:gd name="connsiteX0" fmla="*/ 5721090 w 5721090"/>
              <a:gd name="connsiteY0" fmla="*/ 252570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58205 h 372428"/>
              <a:gd name="connsiteX0" fmla="*/ 5721090 w 5721090"/>
              <a:gd name="connsiteY0" fmla="*/ 258207 h 372428"/>
              <a:gd name="connsiteX1" fmla="*/ 5117710 w 5721090"/>
              <a:gd name="connsiteY1" fmla="*/ 263843 h 372428"/>
              <a:gd name="connsiteX2" fmla="*/ 5090088 w 5721090"/>
              <a:gd name="connsiteY2" fmla="*/ 301943 h 372428"/>
              <a:gd name="connsiteX3" fmla="*/ 5050082 w 5721090"/>
              <a:gd name="connsiteY3" fmla="*/ 132398 h 372428"/>
              <a:gd name="connsiteX4" fmla="*/ 5013888 w 5721090"/>
              <a:gd name="connsiteY4" fmla="*/ 263843 h 372428"/>
              <a:gd name="connsiteX5" fmla="*/ 4926257 w 5721090"/>
              <a:gd name="connsiteY5" fmla="*/ 263843 h 372428"/>
              <a:gd name="connsiteX6" fmla="*/ 4912922 w 5721090"/>
              <a:gd name="connsiteY6" fmla="*/ 314325 h 372428"/>
              <a:gd name="connsiteX7" fmla="*/ 4889110 w 5721090"/>
              <a:gd name="connsiteY7" fmla="*/ 256223 h 372428"/>
              <a:gd name="connsiteX8" fmla="*/ 4865297 w 5721090"/>
              <a:gd name="connsiteY8" fmla="*/ 300990 h 372428"/>
              <a:gd name="connsiteX9" fmla="*/ 4820530 w 5721090"/>
              <a:gd name="connsiteY9" fmla="*/ 0 h 372428"/>
              <a:gd name="connsiteX10" fmla="*/ 4765285 w 5721090"/>
              <a:gd name="connsiteY10" fmla="*/ 372428 h 372428"/>
              <a:gd name="connsiteX11" fmla="*/ 4744330 w 5721090"/>
              <a:gd name="connsiteY11" fmla="*/ 263843 h 372428"/>
              <a:gd name="connsiteX12" fmla="*/ 4518588 w 5721090"/>
              <a:gd name="connsiteY12" fmla="*/ 263843 h 372428"/>
              <a:gd name="connsiteX13" fmla="*/ 4489060 w 5721090"/>
              <a:gd name="connsiteY13" fmla="*/ 322898 h 372428"/>
              <a:gd name="connsiteX14" fmla="*/ 4453817 w 5721090"/>
              <a:gd name="connsiteY14" fmla="*/ 129540 h 372428"/>
              <a:gd name="connsiteX15" fmla="*/ 4410955 w 5721090"/>
              <a:gd name="connsiteY15" fmla="*/ 263843 h 372428"/>
              <a:gd name="connsiteX16" fmla="*/ 4324277 w 5721090"/>
              <a:gd name="connsiteY16" fmla="*/ 263843 h 372428"/>
              <a:gd name="connsiteX17" fmla="*/ 4299513 w 5721090"/>
              <a:gd name="connsiteY17" fmla="*/ 300990 h 372428"/>
              <a:gd name="connsiteX18" fmla="*/ 4273795 w 5721090"/>
              <a:gd name="connsiteY18" fmla="*/ 254318 h 372428"/>
              <a:gd name="connsiteX19" fmla="*/ 4240457 w 5721090"/>
              <a:gd name="connsiteY19" fmla="*/ 315278 h 372428"/>
              <a:gd name="connsiteX20" fmla="*/ 4209025 w 5721090"/>
              <a:gd name="connsiteY20" fmla="*/ 51435 h 372428"/>
              <a:gd name="connsiteX21" fmla="*/ 4168067 w 5721090"/>
              <a:gd name="connsiteY21" fmla="*/ 356235 h 372428"/>
              <a:gd name="connsiteX22" fmla="*/ 4140445 w 5721090"/>
              <a:gd name="connsiteY22" fmla="*/ 263843 h 372428"/>
              <a:gd name="connsiteX23" fmla="*/ 4070913 w 5721090"/>
              <a:gd name="connsiteY23" fmla="*/ 263843 h 372428"/>
              <a:gd name="connsiteX24" fmla="*/ 4042338 w 5721090"/>
              <a:gd name="connsiteY24" fmla="*/ 216218 h 372428"/>
              <a:gd name="connsiteX25" fmla="*/ 4009952 w 5721090"/>
              <a:gd name="connsiteY25" fmla="*/ 263843 h 372428"/>
              <a:gd name="connsiteX26" fmla="*/ 0 w 5721090"/>
              <a:gd name="connsiteY26" fmla="*/ 269478 h 37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721090" h="372428">
                <a:moveTo>
                  <a:pt x="5721090" y="258207"/>
                </a:moveTo>
                <a:lnTo>
                  <a:pt x="5117710" y="263843"/>
                </a:lnTo>
                <a:lnTo>
                  <a:pt x="5090088" y="301943"/>
                </a:lnTo>
                <a:lnTo>
                  <a:pt x="5050082" y="132398"/>
                </a:lnTo>
                <a:lnTo>
                  <a:pt x="5013888" y="263843"/>
                </a:lnTo>
                <a:lnTo>
                  <a:pt x="4926257" y="263843"/>
                </a:lnTo>
                <a:lnTo>
                  <a:pt x="4912922" y="314325"/>
                </a:lnTo>
                <a:lnTo>
                  <a:pt x="4889110" y="256223"/>
                </a:lnTo>
                <a:lnTo>
                  <a:pt x="4865297" y="300990"/>
                </a:lnTo>
                <a:lnTo>
                  <a:pt x="4820530" y="0"/>
                </a:lnTo>
                <a:lnTo>
                  <a:pt x="4765285" y="372428"/>
                </a:lnTo>
                <a:lnTo>
                  <a:pt x="4744330" y="263843"/>
                </a:lnTo>
                <a:lnTo>
                  <a:pt x="4518588" y="263843"/>
                </a:lnTo>
                <a:lnTo>
                  <a:pt x="4489060" y="322898"/>
                </a:lnTo>
                <a:lnTo>
                  <a:pt x="4453817" y="129540"/>
                </a:lnTo>
                <a:lnTo>
                  <a:pt x="4410955" y="263843"/>
                </a:lnTo>
                <a:lnTo>
                  <a:pt x="4324277" y="263843"/>
                </a:lnTo>
                <a:lnTo>
                  <a:pt x="4299513" y="300990"/>
                </a:lnTo>
                <a:lnTo>
                  <a:pt x="4273795" y="254318"/>
                </a:lnTo>
                <a:lnTo>
                  <a:pt x="4240457" y="315278"/>
                </a:lnTo>
                <a:lnTo>
                  <a:pt x="4209025" y="51435"/>
                </a:lnTo>
                <a:lnTo>
                  <a:pt x="4168067" y="356235"/>
                </a:lnTo>
                <a:lnTo>
                  <a:pt x="4140445" y="263843"/>
                </a:lnTo>
                <a:lnTo>
                  <a:pt x="4070913" y="263843"/>
                </a:lnTo>
                <a:lnTo>
                  <a:pt x="4042338" y="216218"/>
                </a:lnTo>
                <a:lnTo>
                  <a:pt x="4009952" y="263843"/>
                </a:lnTo>
                <a:lnTo>
                  <a:pt x="0" y="26947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339510"/>
            <a:ext cx="8679898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A95570-ABCA-4EAA-A150-DE9A778788FF}"/>
              </a:ext>
            </a:extLst>
          </p:cNvPr>
          <p:cNvGrpSpPr/>
          <p:nvPr userDrawn="1"/>
        </p:nvGrpSpPr>
        <p:grpSpPr>
          <a:xfrm rot="10800000" flipH="1" flipV="1">
            <a:off x="4714875" y="5899288"/>
            <a:ext cx="4179095" cy="862288"/>
            <a:chOff x="477110" y="4905446"/>
            <a:chExt cx="11078677" cy="171442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A78A61-879F-457D-9A77-D666DFE521FF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6593EB-5869-4A8C-80A1-C05AA0B24BF0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63A0A4C-2BF4-47D2-AFFF-A22E96B3C12D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3DAC375-EEBC-4131-8F69-CD653EE61E82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A4658B-18D9-47F9-8999-4B217D15FD5B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9607F-C050-4355-908E-D24DD45D9D08}"/>
              </a:ext>
            </a:extLst>
          </p:cNvPr>
          <p:cNvGrpSpPr/>
          <p:nvPr userDrawn="1"/>
        </p:nvGrpSpPr>
        <p:grpSpPr>
          <a:xfrm rot="10800000" flipV="1">
            <a:off x="260626" y="5899288"/>
            <a:ext cx="4179095" cy="862288"/>
            <a:chOff x="477110" y="4905446"/>
            <a:chExt cx="11078677" cy="17144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A74116-9898-4A6A-84F3-F61BBB7993C6}"/>
                </a:ext>
              </a:extLst>
            </p:cNvPr>
            <p:cNvSpPr/>
            <p:nvPr/>
          </p:nvSpPr>
          <p:spPr>
            <a:xfrm>
              <a:off x="6913640" y="4905446"/>
              <a:ext cx="4642147" cy="1714429"/>
            </a:xfrm>
            <a:custGeom>
              <a:avLst/>
              <a:gdLst>
                <a:gd name="connsiteX0" fmla="*/ 4794342 w 4797505"/>
                <a:gd name="connsiteY0" fmla="*/ 184721 h 1771805"/>
                <a:gd name="connsiteX1" fmla="*/ 4759588 w 4797505"/>
                <a:gd name="connsiteY1" fmla="*/ 70236 h 1771805"/>
                <a:gd name="connsiteX2" fmla="*/ 4668953 w 4797505"/>
                <a:gd name="connsiteY2" fmla="*/ 27303 h 1771805"/>
                <a:gd name="connsiteX3" fmla="*/ 4624657 w 4797505"/>
                <a:gd name="connsiteY3" fmla="*/ 6178 h 1771805"/>
                <a:gd name="connsiteX4" fmla="*/ 4564007 w 4797505"/>
                <a:gd name="connsiteY4" fmla="*/ 39570 h 1771805"/>
                <a:gd name="connsiteX5" fmla="*/ 4616480 w 4797505"/>
                <a:gd name="connsiteY5" fmla="*/ 84546 h 1771805"/>
                <a:gd name="connsiteX6" fmla="*/ 4665545 w 4797505"/>
                <a:gd name="connsiteY6" fmla="*/ 71598 h 1771805"/>
                <a:gd name="connsiteX7" fmla="*/ 4727559 w 4797505"/>
                <a:gd name="connsiteY7" fmla="*/ 101583 h 1771805"/>
                <a:gd name="connsiteX8" fmla="*/ 4750047 w 4797505"/>
                <a:gd name="connsiteY8" fmla="*/ 180633 h 1771805"/>
                <a:gd name="connsiteX9" fmla="*/ 4663501 w 4797505"/>
                <a:gd name="connsiteY9" fmla="*/ 456625 h 1771805"/>
                <a:gd name="connsiteX10" fmla="*/ 4638968 w 4797505"/>
                <a:gd name="connsiteY10" fmla="*/ 494787 h 1771805"/>
                <a:gd name="connsiteX11" fmla="*/ 4613073 w 4797505"/>
                <a:gd name="connsiteY11" fmla="*/ 507054 h 1771805"/>
                <a:gd name="connsiteX12" fmla="*/ 4430440 w 4797505"/>
                <a:gd name="connsiteY12" fmla="*/ 593600 h 1771805"/>
                <a:gd name="connsiteX13" fmla="*/ 4257349 w 4797505"/>
                <a:gd name="connsiteY13" fmla="*/ 504328 h 1771805"/>
                <a:gd name="connsiteX14" fmla="*/ 4231453 w 4797505"/>
                <a:gd name="connsiteY14" fmla="*/ 492062 h 1771805"/>
                <a:gd name="connsiteX15" fmla="*/ 4206920 w 4797505"/>
                <a:gd name="connsiteY15" fmla="*/ 453900 h 1771805"/>
                <a:gd name="connsiteX16" fmla="*/ 4119011 w 4797505"/>
                <a:gd name="connsiteY16" fmla="*/ 178588 h 1771805"/>
                <a:gd name="connsiteX17" fmla="*/ 4140818 w 4797505"/>
                <a:gd name="connsiteY17" fmla="*/ 99538 h 1771805"/>
                <a:gd name="connsiteX18" fmla="*/ 4203513 w 4797505"/>
                <a:gd name="connsiteY18" fmla="*/ 69554 h 1771805"/>
                <a:gd name="connsiteX19" fmla="*/ 4252578 w 4797505"/>
                <a:gd name="connsiteY19" fmla="*/ 82502 h 1771805"/>
                <a:gd name="connsiteX20" fmla="*/ 4305051 w 4797505"/>
                <a:gd name="connsiteY20" fmla="*/ 37525 h 1771805"/>
                <a:gd name="connsiteX21" fmla="*/ 4244401 w 4797505"/>
                <a:gd name="connsiteY21" fmla="*/ 4134 h 1771805"/>
                <a:gd name="connsiteX22" fmla="*/ 4199424 w 4797505"/>
                <a:gd name="connsiteY22" fmla="*/ 25259 h 1771805"/>
                <a:gd name="connsiteX23" fmla="*/ 4109471 w 4797505"/>
                <a:gd name="connsiteY23" fmla="*/ 68191 h 1771805"/>
                <a:gd name="connsiteX24" fmla="*/ 4075398 w 4797505"/>
                <a:gd name="connsiteY24" fmla="*/ 183359 h 1771805"/>
                <a:gd name="connsiteX25" fmla="*/ 4196698 w 4797505"/>
                <a:gd name="connsiteY25" fmla="*/ 520002 h 1771805"/>
                <a:gd name="connsiteX26" fmla="*/ 4204195 w 4797505"/>
                <a:gd name="connsiteY26" fmla="*/ 549986 h 1771805"/>
                <a:gd name="connsiteX27" fmla="*/ 4391597 w 4797505"/>
                <a:gd name="connsiteY27" fmla="*/ 660383 h 1771805"/>
                <a:gd name="connsiteX28" fmla="*/ 4391597 w 4797505"/>
                <a:gd name="connsiteY28" fmla="*/ 928880 h 1771805"/>
                <a:gd name="connsiteX29" fmla="*/ 4318680 w 4797505"/>
                <a:gd name="connsiteY29" fmla="*/ 1031099 h 1771805"/>
                <a:gd name="connsiteX30" fmla="*/ 3718992 w 4797505"/>
                <a:gd name="connsiteY30" fmla="*/ 1031099 h 1771805"/>
                <a:gd name="connsiteX31" fmla="*/ 3638579 w 4797505"/>
                <a:gd name="connsiteY31" fmla="*/ 673331 h 1771805"/>
                <a:gd name="connsiteX32" fmla="*/ 3626313 w 4797505"/>
                <a:gd name="connsiteY32" fmla="*/ 654250 h 1771805"/>
                <a:gd name="connsiteX33" fmla="*/ 3604506 w 4797505"/>
                <a:gd name="connsiteY33" fmla="*/ 646754 h 1771805"/>
                <a:gd name="connsiteX34" fmla="*/ 3603825 w 4797505"/>
                <a:gd name="connsiteY34" fmla="*/ 646754 h 1771805"/>
                <a:gd name="connsiteX35" fmla="*/ 3582018 w 4797505"/>
                <a:gd name="connsiteY35" fmla="*/ 654931 h 1771805"/>
                <a:gd name="connsiteX36" fmla="*/ 3570433 w 4797505"/>
                <a:gd name="connsiteY36" fmla="*/ 674694 h 1771805"/>
                <a:gd name="connsiteX37" fmla="*/ 3504331 w 4797505"/>
                <a:gd name="connsiteY37" fmla="*/ 1030418 h 1771805"/>
                <a:gd name="connsiteX38" fmla="*/ 3404837 w 4797505"/>
                <a:gd name="connsiteY38" fmla="*/ 1030418 h 1771805"/>
                <a:gd name="connsiteX39" fmla="*/ 3272633 w 4797505"/>
                <a:gd name="connsiteY39" fmla="*/ 319651 h 1771805"/>
                <a:gd name="connsiteX40" fmla="*/ 3261048 w 4797505"/>
                <a:gd name="connsiteY40" fmla="*/ 298526 h 1771805"/>
                <a:gd name="connsiteX41" fmla="*/ 3238560 w 4797505"/>
                <a:gd name="connsiteY41" fmla="*/ 290348 h 1771805"/>
                <a:gd name="connsiteX42" fmla="*/ 3216072 w 4797505"/>
                <a:gd name="connsiteY42" fmla="*/ 298526 h 1771805"/>
                <a:gd name="connsiteX43" fmla="*/ 3204487 w 4797505"/>
                <a:gd name="connsiteY43" fmla="*/ 319651 h 1771805"/>
                <a:gd name="connsiteX44" fmla="*/ 3060016 w 4797505"/>
                <a:gd name="connsiteY44" fmla="*/ 1199421 h 1771805"/>
                <a:gd name="connsiteX45" fmla="*/ 3046387 w 4797505"/>
                <a:gd name="connsiteY45" fmla="*/ 1041321 h 1771805"/>
                <a:gd name="connsiteX46" fmla="*/ 3035484 w 4797505"/>
                <a:gd name="connsiteY46" fmla="*/ 1018833 h 1771805"/>
                <a:gd name="connsiteX47" fmla="*/ 3012314 w 4797505"/>
                <a:gd name="connsiteY47" fmla="*/ 1009293 h 1771805"/>
                <a:gd name="connsiteX48" fmla="*/ 2970745 w 4797505"/>
                <a:gd name="connsiteY48" fmla="*/ 1009293 h 1771805"/>
                <a:gd name="connsiteX49" fmla="*/ 2970745 w 4797505"/>
                <a:gd name="connsiteY49" fmla="*/ 1008611 h 1771805"/>
                <a:gd name="connsiteX50" fmla="*/ 2938716 w 4797505"/>
                <a:gd name="connsiteY50" fmla="*/ 1008611 h 1771805"/>
                <a:gd name="connsiteX51" fmla="*/ 2909413 w 4797505"/>
                <a:gd name="connsiteY51" fmla="*/ 1008611 h 1771805"/>
                <a:gd name="connsiteX52" fmla="*/ 1420414 w 4797505"/>
                <a:gd name="connsiteY52" fmla="*/ 1008611 h 1771805"/>
                <a:gd name="connsiteX53" fmla="*/ 1399289 w 4797505"/>
                <a:gd name="connsiteY53" fmla="*/ 1008611 h 1771805"/>
                <a:gd name="connsiteX54" fmla="*/ 1380889 w 4797505"/>
                <a:gd name="connsiteY54" fmla="*/ 1008611 h 1771805"/>
                <a:gd name="connsiteX55" fmla="*/ 1358401 w 4797505"/>
                <a:gd name="connsiteY55" fmla="*/ 1016789 h 1771805"/>
                <a:gd name="connsiteX56" fmla="*/ 1346816 w 4797505"/>
                <a:gd name="connsiteY56" fmla="*/ 1037914 h 1771805"/>
                <a:gd name="connsiteX57" fmla="*/ 1250048 w 4797505"/>
                <a:gd name="connsiteY57" fmla="*/ 1495176 h 1771805"/>
                <a:gd name="connsiteX58" fmla="*/ 1083771 w 4797505"/>
                <a:gd name="connsiteY58" fmla="*/ 567023 h 1771805"/>
                <a:gd name="connsiteX59" fmla="*/ 1072186 w 4797505"/>
                <a:gd name="connsiteY59" fmla="*/ 545897 h 1771805"/>
                <a:gd name="connsiteX60" fmla="*/ 1049698 w 4797505"/>
                <a:gd name="connsiteY60" fmla="*/ 537720 h 1771805"/>
                <a:gd name="connsiteX61" fmla="*/ 1049016 w 4797505"/>
                <a:gd name="connsiteY61" fmla="*/ 537720 h 1771805"/>
                <a:gd name="connsiteX62" fmla="*/ 1048335 w 4797505"/>
                <a:gd name="connsiteY62" fmla="*/ 537720 h 1771805"/>
                <a:gd name="connsiteX63" fmla="*/ 1025847 w 4797505"/>
                <a:gd name="connsiteY63" fmla="*/ 547260 h 1771805"/>
                <a:gd name="connsiteX64" fmla="*/ 1014943 w 4797505"/>
                <a:gd name="connsiteY64" fmla="*/ 569748 h 1771805"/>
                <a:gd name="connsiteX65" fmla="*/ 978144 w 4797505"/>
                <a:gd name="connsiteY65" fmla="*/ 1009293 h 1771805"/>
                <a:gd name="connsiteX66" fmla="*/ 899094 w 4797505"/>
                <a:gd name="connsiteY66" fmla="*/ 1009293 h 1771805"/>
                <a:gd name="connsiteX67" fmla="*/ 876606 w 4797505"/>
                <a:gd name="connsiteY67" fmla="*/ 1017470 h 1771805"/>
                <a:gd name="connsiteX68" fmla="*/ 865021 w 4797505"/>
                <a:gd name="connsiteY68" fmla="*/ 1038595 h 1771805"/>
                <a:gd name="connsiteX69" fmla="*/ 805052 w 4797505"/>
                <a:gd name="connsiteY69" fmla="*/ 1289374 h 1771805"/>
                <a:gd name="connsiteX70" fmla="*/ 775068 w 4797505"/>
                <a:gd name="connsiteY70" fmla="*/ 1052906 h 1771805"/>
                <a:gd name="connsiteX71" fmla="*/ 762801 w 4797505"/>
                <a:gd name="connsiteY71" fmla="*/ 1033144 h 1771805"/>
                <a:gd name="connsiteX72" fmla="*/ 740995 w 4797505"/>
                <a:gd name="connsiteY72" fmla="*/ 1025648 h 1771805"/>
                <a:gd name="connsiteX73" fmla="*/ 3651 w 4797505"/>
                <a:gd name="connsiteY73" fmla="*/ 1025648 h 1771805"/>
                <a:gd name="connsiteX74" fmla="*/ 3651 w 4797505"/>
                <a:gd name="connsiteY74" fmla="*/ 1095157 h 1771805"/>
                <a:gd name="connsiteX75" fmla="*/ 713055 w 4797505"/>
                <a:gd name="connsiteY75" fmla="*/ 1095157 h 1771805"/>
                <a:gd name="connsiteX76" fmla="*/ 775749 w 4797505"/>
                <a:gd name="connsiteY76" fmla="*/ 1486999 h 1771805"/>
                <a:gd name="connsiteX77" fmla="*/ 788016 w 4797505"/>
                <a:gd name="connsiteY77" fmla="*/ 1506761 h 1771805"/>
                <a:gd name="connsiteX78" fmla="*/ 810504 w 4797505"/>
                <a:gd name="connsiteY78" fmla="*/ 1514257 h 1771805"/>
                <a:gd name="connsiteX79" fmla="*/ 810504 w 4797505"/>
                <a:gd name="connsiteY79" fmla="*/ 1514257 h 1771805"/>
                <a:gd name="connsiteX80" fmla="*/ 832311 w 4797505"/>
                <a:gd name="connsiteY80" fmla="*/ 1506080 h 1771805"/>
                <a:gd name="connsiteX81" fmla="*/ 843896 w 4797505"/>
                <a:gd name="connsiteY81" fmla="*/ 1485636 h 1771805"/>
                <a:gd name="connsiteX82" fmla="*/ 929079 w 4797505"/>
                <a:gd name="connsiteY82" fmla="*/ 1080165 h 1771805"/>
                <a:gd name="connsiteX83" fmla="*/ 1010173 w 4797505"/>
                <a:gd name="connsiteY83" fmla="*/ 1080165 h 1771805"/>
                <a:gd name="connsiteX84" fmla="*/ 1033343 w 4797505"/>
                <a:gd name="connsiteY84" fmla="*/ 1071306 h 1771805"/>
                <a:gd name="connsiteX85" fmla="*/ 1044246 w 4797505"/>
                <a:gd name="connsiteY85" fmla="*/ 1048817 h 1771805"/>
                <a:gd name="connsiteX86" fmla="*/ 1057875 w 4797505"/>
                <a:gd name="connsiteY86" fmla="*/ 890036 h 1771805"/>
                <a:gd name="connsiteX87" fmla="*/ 1216656 w 4797505"/>
                <a:gd name="connsiteY87" fmla="*/ 1740503 h 1771805"/>
                <a:gd name="connsiteX88" fmla="*/ 1228241 w 4797505"/>
                <a:gd name="connsiteY88" fmla="*/ 1761629 h 1771805"/>
                <a:gd name="connsiteX89" fmla="*/ 1250730 w 4797505"/>
                <a:gd name="connsiteY89" fmla="*/ 1769806 h 1771805"/>
                <a:gd name="connsiteX90" fmla="*/ 1273218 w 4797505"/>
                <a:gd name="connsiteY90" fmla="*/ 1760947 h 1771805"/>
                <a:gd name="connsiteX91" fmla="*/ 1284803 w 4797505"/>
                <a:gd name="connsiteY91" fmla="*/ 1739822 h 1771805"/>
                <a:gd name="connsiteX92" fmla="*/ 1410192 w 4797505"/>
                <a:gd name="connsiteY92" fmla="*/ 1078802 h 1771805"/>
                <a:gd name="connsiteX93" fmla="*/ 2907369 w 4797505"/>
                <a:gd name="connsiteY93" fmla="*/ 1078802 h 1771805"/>
                <a:gd name="connsiteX94" fmla="*/ 2936671 w 4797505"/>
                <a:gd name="connsiteY94" fmla="*/ 1078802 h 1771805"/>
                <a:gd name="connsiteX95" fmla="*/ 2968700 w 4797505"/>
                <a:gd name="connsiteY95" fmla="*/ 1078802 h 1771805"/>
                <a:gd name="connsiteX96" fmla="*/ 2968700 w 4797505"/>
                <a:gd name="connsiteY96" fmla="*/ 1078120 h 1771805"/>
                <a:gd name="connsiteX97" fmla="*/ 2978922 w 4797505"/>
                <a:gd name="connsiteY97" fmla="*/ 1078120 h 1771805"/>
                <a:gd name="connsiteX98" fmla="*/ 3015721 w 4797505"/>
                <a:gd name="connsiteY98" fmla="*/ 1497221 h 1771805"/>
                <a:gd name="connsiteX99" fmla="*/ 3026625 w 4797505"/>
                <a:gd name="connsiteY99" fmla="*/ 1519027 h 1771805"/>
                <a:gd name="connsiteX100" fmla="*/ 3049113 w 4797505"/>
                <a:gd name="connsiteY100" fmla="*/ 1528568 h 1771805"/>
                <a:gd name="connsiteX101" fmla="*/ 3049794 w 4797505"/>
                <a:gd name="connsiteY101" fmla="*/ 1528568 h 1771805"/>
                <a:gd name="connsiteX102" fmla="*/ 3050476 w 4797505"/>
                <a:gd name="connsiteY102" fmla="*/ 1528568 h 1771805"/>
                <a:gd name="connsiteX103" fmla="*/ 3072964 w 4797505"/>
                <a:gd name="connsiteY103" fmla="*/ 1520390 h 1771805"/>
                <a:gd name="connsiteX104" fmla="*/ 3084549 w 4797505"/>
                <a:gd name="connsiteY104" fmla="*/ 1499265 h 1771805"/>
                <a:gd name="connsiteX105" fmla="*/ 3237197 w 4797505"/>
                <a:gd name="connsiteY105" fmla="*/ 563615 h 1771805"/>
                <a:gd name="connsiteX106" fmla="*/ 3340098 w 4797505"/>
                <a:gd name="connsiteY106" fmla="*/ 1068580 h 1771805"/>
                <a:gd name="connsiteX107" fmla="*/ 3340098 w 4797505"/>
                <a:gd name="connsiteY107" fmla="*/ 1068580 h 1771805"/>
                <a:gd name="connsiteX108" fmla="*/ 3351683 w 4797505"/>
                <a:gd name="connsiteY108" fmla="*/ 1089705 h 1771805"/>
                <a:gd name="connsiteX109" fmla="*/ 3374171 w 4797505"/>
                <a:gd name="connsiteY109" fmla="*/ 1098564 h 1771805"/>
                <a:gd name="connsiteX110" fmla="*/ 3533634 w 4797505"/>
                <a:gd name="connsiteY110" fmla="*/ 1098564 h 1771805"/>
                <a:gd name="connsiteX111" fmla="*/ 3555441 w 4797505"/>
                <a:gd name="connsiteY111" fmla="*/ 1090387 h 1771805"/>
                <a:gd name="connsiteX112" fmla="*/ 3567026 w 4797505"/>
                <a:gd name="connsiteY112" fmla="*/ 1069943 h 1771805"/>
                <a:gd name="connsiteX113" fmla="*/ 3607232 w 4797505"/>
                <a:gd name="connsiteY113" fmla="*/ 842334 h 1771805"/>
                <a:gd name="connsiteX114" fmla="*/ 3656979 w 4797505"/>
                <a:gd name="connsiteY114" fmla="*/ 1071987 h 1771805"/>
                <a:gd name="connsiteX115" fmla="*/ 3669245 w 4797505"/>
                <a:gd name="connsiteY115" fmla="*/ 1091068 h 1771805"/>
                <a:gd name="connsiteX116" fmla="*/ 3690371 w 4797505"/>
                <a:gd name="connsiteY116" fmla="*/ 1098564 h 1771805"/>
                <a:gd name="connsiteX117" fmla="*/ 4326858 w 4797505"/>
                <a:gd name="connsiteY117" fmla="*/ 1098564 h 1771805"/>
                <a:gd name="connsiteX118" fmla="*/ 4368427 w 4797505"/>
                <a:gd name="connsiteY118" fmla="*/ 1098564 h 1771805"/>
                <a:gd name="connsiteX119" fmla="*/ 4459744 w 4797505"/>
                <a:gd name="connsiteY119" fmla="*/ 1015426 h 1771805"/>
                <a:gd name="connsiteX120" fmla="*/ 4459744 w 4797505"/>
                <a:gd name="connsiteY120" fmla="*/ 659020 h 1771805"/>
                <a:gd name="connsiteX121" fmla="*/ 4665545 w 4797505"/>
                <a:gd name="connsiteY121" fmla="*/ 552030 h 1771805"/>
                <a:gd name="connsiteX122" fmla="*/ 4673042 w 4797505"/>
                <a:gd name="connsiteY122" fmla="*/ 522046 h 1771805"/>
                <a:gd name="connsiteX123" fmla="*/ 4794342 w 4797505"/>
                <a:gd name="connsiteY123" fmla="*/ 184721 h 177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4797505" h="1771805">
                  <a:moveTo>
                    <a:pt x="4794342" y="184721"/>
                  </a:moveTo>
                  <a:cubicBezTo>
                    <a:pt x="4799112" y="137019"/>
                    <a:pt x="4787527" y="98176"/>
                    <a:pt x="4759588" y="70236"/>
                  </a:cubicBezTo>
                  <a:cubicBezTo>
                    <a:pt x="4733692" y="43658"/>
                    <a:pt x="4698256" y="32074"/>
                    <a:pt x="4668953" y="27303"/>
                  </a:cubicBezTo>
                  <a:cubicBezTo>
                    <a:pt x="4659412" y="16400"/>
                    <a:pt x="4643739" y="8222"/>
                    <a:pt x="4624657" y="6178"/>
                  </a:cubicBezTo>
                  <a:cubicBezTo>
                    <a:pt x="4593310" y="2771"/>
                    <a:pt x="4566052" y="18444"/>
                    <a:pt x="4564007" y="39570"/>
                  </a:cubicBezTo>
                  <a:cubicBezTo>
                    <a:pt x="4561963" y="61377"/>
                    <a:pt x="4585814" y="81820"/>
                    <a:pt x="4616480" y="84546"/>
                  </a:cubicBezTo>
                  <a:cubicBezTo>
                    <a:pt x="4636242" y="86591"/>
                    <a:pt x="4653961" y="81139"/>
                    <a:pt x="4665545" y="71598"/>
                  </a:cubicBezTo>
                  <a:cubicBezTo>
                    <a:pt x="4686671" y="75687"/>
                    <a:pt x="4711203" y="83865"/>
                    <a:pt x="4727559" y="101583"/>
                  </a:cubicBezTo>
                  <a:cubicBezTo>
                    <a:pt x="4745958" y="119982"/>
                    <a:pt x="4753454" y="145878"/>
                    <a:pt x="4750047" y="180633"/>
                  </a:cubicBezTo>
                  <a:cubicBezTo>
                    <a:pt x="4742551" y="254912"/>
                    <a:pt x="4715974" y="366672"/>
                    <a:pt x="4663501" y="456625"/>
                  </a:cubicBezTo>
                  <a:cubicBezTo>
                    <a:pt x="4655323" y="470255"/>
                    <a:pt x="4647146" y="483203"/>
                    <a:pt x="4638968" y="494787"/>
                  </a:cubicBezTo>
                  <a:cubicBezTo>
                    <a:pt x="4629428" y="494787"/>
                    <a:pt x="4619888" y="499558"/>
                    <a:pt x="4613073" y="507054"/>
                  </a:cubicBezTo>
                  <a:cubicBezTo>
                    <a:pt x="4561963" y="567023"/>
                    <a:pt x="4499268" y="593600"/>
                    <a:pt x="4430440" y="593600"/>
                  </a:cubicBezTo>
                  <a:cubicBezTo>
                    <a:pt x="4365020" y="591555"/>
                    <a:pt x="4306414" y="562252"/>
                    <a:pt x="4257349" y="504328"/>
                  </a:cubicBezTo>
                  <a:cubicBezTo>
                    <a:pt x="4250534" y="496150"/>
                    <a:pt x="4240993" y="492062"/>
                    <a:pt x="4231453" y="492062"/>
                  </a:cubicBezTo>
                  <a:cubicBezTo>
                    <a:pt x="4223275" y="480477"/>
                    <a:pt x="4214417" y="467529"/>
                    <a:pt x="4206920" y="453900"/>
                  </a:cubicBezTo>
                  <a:cubicBezTo>
                    <a:pt x="4153766" y="363946"/>
                    <a:pt x="4126507" y="252186"/>
                    <a:pt x="4119011" y="178588"/>
                  </a:cubicBezTo>
                  <a:cubicBezTo>
                    <a:pt x="4115604" y="143834"/>
                    <a:pt x="4122419" y="117938"/>
                    <a:pt x="4140818" y="99538"/>
                  </a:cubicBezTo>
                  <a:cubicBezTo>
                    <a:pt x="4157855" y="81820"/>
                    <a:pt x="4181706" y="73643"/>
                    <a:pt x="4203513" y="69554"/>
                  </a:cubicBezTo>
                  <a:cubicBezTo>
                    <a:pt x="4214417" y="79095"/>
                    <a:pt x="4232816" y="84546"/>
                    <a:pt x="4252578" y="82502"/>
                  </a:cubicBezTo>
                  <a:cubicBezTo>
                    <a:pt x="4283926" y="79095"/>
                    <a:pt x="4307777" y="59332"/>
                    <a:pt x="4305051" y="37525"/>
                  </a:cubicBezTo>
                  <a:cubicBezTo>
                    <a:pt x="4303007" y="15718"/>
                    <a:pt x="4275748" y="726"/>
                    <a:pt x="4244401" y="4134"/>
                  </a:cubicBezTo>
                  <a:cubicBezTo>
                    <a:pt x="4225320" y="6178"/>
                    <a:pt x="4208964" y="14356"/>
                    <a:pt x="4199424" y="25259"/>
                  </a:cubicBezTo>
                  <a:cubicBezTo>
                    <a:pt x="4170121" y="30029"/>
                    <a:pt x="4135366" y="42296"/>
                    <a:pt x="4109471" y="68191"/>
                  </a:cubicBezTo>
                  <a:cubicBezTo>
                    <a:pt x="4081531" y="96131"/>
                    <a:pt x="4069946" y="134975"/>
                    <a:pt x="4075398" y="183359"/>
                  </a:cubicBezTo>
                  <a:cubicBezTo>
                    <a:pt x="4083575" y="262408"/>
                    <a:pt x="4118330" y="413012"/>
                    <a:pt x="4196698" y="520002"/>
                  </a:cubicBezTo>
                  <a:cubicBezTo>
                    <a:pt x="4194654" y="530224"/>
                    <a:pt x="4197380" y="541127"/>
                    <a:pt x="4204195" y="549986"/>
                  </a:cubicBezTo>
                  <a:cubicBezTo>
                    <a:pt x="4258712" y="614044"/>
                    <a:pt x="4319362" y="647435"/>
                    <a:pt x="4391597" y="660383"/>
                  </a:cubicBezTo>
                  <a:lnTo>
                    <a:pt x="4391597" y="928880"/>
                  </a:lnTo>
                  <a:cubicBezTo>
                    <a:pt x="4392960" y="972494"/>
                    <a:pt x="4385464" y="1027011"/>
                    <a:pt x="4318680" y="1031099"/>
                  </a:cubicBezTo>
                  <a:lnTo>
                    <a:pt x="3718992" y="1031099"/>
                  </a:lnTo>
                  <a:lnTo>
                    <a:pt x="3638579" y="673331"/>
                  </a:lnTo>
                  <a:cubicBezTo>
                    <a:pt x="3636535" y="665153"/>
                    <a:pt x="3632446" y="659020"/>
                    <a:pt x="3626313" y="654250"/>
                  </a:cubicBezTo>
                  <a:cubicBezTo>
                    <a:pt x="3620861" y="649480"/>
                    <a:pt x="3613365" y="647435"/>
                    <a:pt x="3604506" y="646754"/>
                  </a:cubicBezTo>
                  <a:lnTo>
                    <a:pt x="3603825" y="646754"/>
                  </a:lnTo>
                  <a:cubicBezTo>
                    <a:pt x="3595647" y="646754"/>
                    <a:pt x="3588151" y="649480"/>
                    <a:pt x="3582018" y="654931"/>
                  </a:cubicBezTo>
                  <a:cubicBezTo>
                    <a:pt x="3576566" y="659702"/>
                    <a:pt x="3571796" y="666516"/>
                    <a:pt x="3570433" y="674694"/>
                  </a:cubicBezTo>
                  <a:lnTo>
                    <a:pt x="3504331" y="1030418"/>
                  </a:lnTo>
                  <a:lnTo>
                    <a:pt x="3404837" y="1030418"/>
                  </a:lnTo>
                  <a:lnTo>
                    <a:pt x="3272633" y="319651"/>
                  </a:lnTo>
                  <a:cubicBezTo>
                    <a:pt x="3271270" y="311474"/>
                    <a:pt x="3267182" y="303978"/>
                    <a:pt x="3261048" y="298526"/>
                  </a:cubicBezTo>
                  <a:cubicBezTo>
                    <a:pt x="3254915" y="293074"/>
                    <a:pt x="3246738" y="290348"/>
                    <a:pt x="3238560" y="290348"/>
                  </a:cubicBezTo>
                  <a:cubicBezTo>
                    <a:pt x="3230382" y="290348"/>
                    <a:pt x="3222205" y="293756"/>
                    <a:pt x="3216072" y="298526"/>
                  </a:cubicBezTo>
                  <a:cubicBezTo>
                    <a:pt x="3209938" y="303978"/>
                    <a:pt x="3205850" y="311474"/>
                    <a:pt x="3204487" y="319651"/>
                  </a:cubicBezTo>
                  <a:lnTo>
                    <a:pt x="3060016" y="1199421"/>
                  </a:lnTo>
                  <a:lnTo>
                    <a:pt x="3046387" y="1041321"/>
                  </a:lnTo>
                  <a:cubicBezTo>
                    <a:pt x="3045706" y="1032462"/>
                    <a:pt x="3041617" y="1024285"/>
                    <a:pt x="3035484" y="1018833"/>
                  </a:cubicBezTo>
                  <a:cubicBezTo>
                    <a:pt x="3029351" y="1013381"/>
                    <a:pt x="3021173" y="1009293"/>
                    <a:pt x="3012314" y="1009293"/>
                  </a:cubicBezTo>
                  <a:lnTo>
                    <a:pt x="2970745" y="1009293"/>
                  </a:lnTo>
                  <a:lnTo>
                    <a:pt x="2970745" y="1008611"/>
                  </a:lnTo>
                  <a:lnTo>
                    <a:pt x="2938716" y="1008611"/>
                  </a:lnTo>
                  <a:lnTo>
                    <a:pt x="2909413" y="1008611"/>
                  </a:lnTo>
                  <a:lnTo>
                    <a:pt x="1420414" y="1008611"/>
                  </a:lnTo>
                  <a:lnTo>
                    <a:pt x="1399289" y="1008611"/>
                  </a:lnTo>
                  <a:lnTo>
                    <a:pt x="1380889" y="1008611"/>
                  </a:lnTo>
                  <a:cubicBezTo>
                    <a:pt x="1372030" y="1008611"/>
                    <a:pt x="1363853" y="1012018"/>
                    <a:pt x="1358401" y="1016789"/>
                  </a:cubicBezTo>
                  <a:cubicBezTo>
                    <a:pt x="1352268" y="1022240"/>
                    <a:pt x="1347498" y="1029736"/>
                    <a:pt x="1346816" y="1037914"/>
                  </a:cubicBezTo>
                  <a:lnTo>
                    <a:pt x="1250048" y="1495176"/>
                  </a:lnTo>
                  <a:lnTo>
                    <a:pt x="1083771" y="567023"/>
                  </a:lnTo>
                  <a:cubicBezTo>
                    <a:pt x="1082408" y="558845"/>
                    <a:pt x="1078319" y="551349"/>
                    <a:pt x="1072186" y="545897"/>
                  </a:cubicBezTo>
                  <a:cubicBezTo>
                    <a:pt x="1066053" y="540446"/>
                    <a:pt x="1058557" y="537720"/>
                    <a:pt x="1049698" y="537720"/>
                  </a:cubicBezTo>
                  <a:lnTo>
                    <a:pt x="1049016" y="537720"/>
                  </a:lnTo>
                  <a:lnTo>
                    <a:pt x="1048335" y="537720"/>
                  </a:lnTo>
                  <a:cubicBezTo>
                    <a:pt x="1040157" y="537720"/>
                    <a:pt x="1031980" y="541808"/>
                    <a:pt x="1025847" y="547260"/>
                  </a:cubicBezTo>
                  <a:cubicBezTo>
                    <a:pt x="1019713" y="552712"/>
                    <a:pt x="1015625" y="560889"/>
                    <a:pt x="1014943" y="569748"/>
                  </a:cubicBezTo>
                  <a:lnTo>
                    <a:pt x="978144" y="1009293"/>
                  </a:lnTo>
                  <a:lnTo>
                    <a:pt x="899094" y="1009293"/>
                  </a:lnTo>
                  <a:cubicBezTo>
                    <a:pt x="890235" y="1009293"/>
                    <a:pt x="882739" y="1012700"/>
                    <a:pt x="876606" y="1017470"/>
                  </a:cubicBezTo>
                  <a:cubicBezTo>
                    <a:pt x="870473" y="1022922"/>
                    <a:pt x="866384" y="1029736"/>
                    <a:pt x="865021" y="1038595"/>
                  </a:cubicBezTo>
                  <a:lnTo>
                    <a:pt x="805052" y="1289374"/>
                  </a:lnTo>
                  <a:lnTo>
                    <a:pt x="775068" y="1052906"/>
                  </a:lnTo>
                  <a:cubicBezTo>
                    <a:pt x="773705" y="1044729"/>
                    <a:pt x="768935" y="1037914"/>
                    <a:pt x="762801" y="1033144"/>
                  </a:cubicBezTo>
                  <a:cubicBezTo>
                    <a:pt x="756668" y="1028374"/>
                    <a:pt x="749172" y="1025648"/>
                    <a:pt x="740995" y="1025648"/>
                  </a:cubicBezTo>
                  <a:lnTo>
                    <a:pt x="3651" y="1025648"/>
                  </a:lnTo>
                  <a:lnTo>
                    <a:pt x="3651" y="1095157"/>
                  </a:lnTo>
                  <a:lnTo>
                    <a:pt x="713055" y="1095157"/>
                  </a:lnTo>
                  <a:lnTo>
                    <a:pt x="775749" y="1486999"/>
                  </a:lnTo>
                  <a:cubicBezTo>
                    <a:pt x="777794" y="1495176"/>
                    <a:pt x="781882" y="1501991"/>
                    <a:pt x="788016" y="1506761"/>
                  </a:cubicBezTo>
                  <a:cubicBezTo>
                    <a:pt x="794149" y="1511531"/>
                    <a:pt x="802326" y="1514257"/>
                    <a:pt x="810504" y="1514257"/>
                  </a:cubicBezTo>
                  <a:lnTo>
                    <a:pt x="810504" y="1514257"/>
                  </a:lnTo>
                  <a:cubicBezTo>
                    <a:pt x="818682" y="1514257"/>
                    <a:pt x="826178" y="1510850"/>
                    <a:pt x="832311" y="1506080"/>
                  </a:cubicBezTo>
                  <a:cubicBezTo>
                    <a:pt x="838444" y="1500628"/>
                    <a:pt x="842533" y="1493813"/>
                    <a:pt x="843896" y="1485636"/>
                  </a:cubicBezTo>
                  <a:lnTo>
                    <a:pt x="929079" y="1080165"/>
                  </a:lnTo>
                  <a:lnTo>
                    <a:pt x="1010173" y="1080165"/>
                  </a:lnTo>
                  <a:cubicBezTo>
                    <a:pt x="1019032" y="1080165"/>
                    <a:pt x="1027209" y="1076758"/>
                    <a:pt x="1033343" y="1071306"/>
                  </a:cubicBezTo>
                  <a:cubicBezTo>
                    <a:pt x="1039476" y="1065854"/>
                    <a:pt x="1043565" y="1057677"/>
                    <a:pt x="1044246" y="1048817"/>
                  </a:cubicBezTo>
                  <a:lnTo>
                    <a:pt x="1057875" y="890036"/>
                  </a:lnTo>
                  <a:lnTo>
                    <a:pt x="1216656" y="1740503"/>
                  </a:lnTo>
                  <a:cubicBezTo>
                    <a:pt x="1218019" y="1748681"/>
                    <a:pt x="1222108" y="1756177"/>
                    <a:pt x="1228241" y="1761629"/>
                  </a:cubicBezTo>
                  <a:cubicBezTo>
                    <a:pt x="1234375" y="1767080"/>
                    <a:pt x="1241871" y="1769806"/>
                    <a:pt x="1250730" y="1769806"/>
                  </a:cubicBezTo>
                  <a:cubicBezTo>
                    <a:pt x="1259589" y="1769806"/>
                    <a:pt x="1267085" y="1766399"/>
                    <a:pt x="1273218" y="1760947"/>
                  </a:cubicBezTo>
                  <a:cubicBezTo>
                    <a:pt x="1279351" y="1755495"/>
                    <a:pt x="1283440" y="1747999"/>
                    <a:pt x="1284803" y="1739822"/>
                  </a:cubicBezTo>
                  <a:lnTo>
                    <a:pt x="1410192" y="1078802"/>
                  </a:lnTo>
                  <a:lnTo>
                    <a:pt x="2907369" y="1078802"/>
                  </a:lnTo>
                  <a:lnTo>
                    <a:pt x="2936671" y="1078802"/>
                  </a:lnTo>
                  <a:lnTo>
                    <a:pt x="2968700" y="1078802"/>
                  </a:lnTo>
                  <a:lnTo>
                    <a:pt x="2968700" y="1078120"/>
                  </a:lnTo>
                  <a:lnTo>
                    <a:pt x="2978922" y="1078120"/>
                  </a:lnTo>
                  <a:lnTo>
                    <a:pt x="3015721" y="1497221"/>
                  </a:lnTo>
                  <a:cubicBezTo>
                    <a:pt x="3016403" y="1505398"/>
                    <a:pt x="3020492" y="1513576"/>
                    <a:pt x="3026625" y="1519027"/>
                  </a:cubicBezTo>
                  <a:cubicBezTo>
                    <a:pt x="3032758" y="1524479"/>
                    <a:pt x="3040254" y="1528568"/>
                    <a:pt x="3049113" y="1528568"/>
                  </a:cubicBezTo>
                  <a:lnTo>
                    <a:pt x="3049794" y="1528568"/>
                  </a:lnTo>
                  <a:lnTo>
                    <a:pt x="3050476" y="1528568"/>
                  </a:lnTo>
                  <a:cubicBezTo>
                    <a:pt x="3059335" y="1528568"/>
                    <a:pt x="3066831" y="1525161"/>
                    <a:pt x="3072964" y="1520390"/>
                  </a:cubicBezTo>
                  <a:cubicBezTo>
                    <a:pt x="3079097" y="1514939"/>
                    <a:pt x="3083186" y="1507443"/>
                    <a:pt x="3084549" y="1499265"/>
                  </a:cubicBezTo>
                  <a:lnTo>
                    <a:pt x="3237197" y="563615"/>
                  </a:lnTo>
                  <a:lnTo>
                    <a:pt x="3340098" y="1068580"/>
                  </a:lnTo>
                  <a:lnTo>
                    <a:pt x="3340098" y="1068580"/>
                  </a:lnTo>
                  <a:cubicBezTo>
                    <a:pt x="3341461" y="1076758"/>
                    <a:pt x="3345550" y="1084254"/>
                    <a:pt x="3351683" y="1089705"/>
                  </a:cubicBezTo>
                  <a:cubicBezTo>
                    <a:pt x="3357816" y="1095157"/>
                    <a:pt x="3365994" y="1098564"/>
                    <a:pt x="3374171" y="1098564"/>
                  </a:cubicBezTo>
                  <a:lnTo>
                    <a:pt x="3533634" y="1098564"/>
                  </a:lnTo>
                  <a:cubicBezTo>
                    <a:pt x="3541811" y="1098564"/>
                    <a:pt x="3549307" y="1095157"/>
                    <a:pt x="3555441" y="1090387"/>
                  </a:cubicBezTo>
                  <a:cubicBezTo>
                    <a:pt x="3561574" y="1085616"/>
                    <a:pt x="3565663" y="1078802"/>
                    <a:pt x="3567026" y="1069943"/>
                  </a:cubicBezTo>
                  <a:lnTo>
                    <a:pt x="3607232" y="842334"/>
                  </a:lnTo>
                  <a:lnTo>
                    <a:pt x="3656979" y="1071987"/>
                  </a:lnTo>
                  <a:cubicBezTo>
                    <a:pt x="3659023" y="1079483"/>
                    <a:pt x="3663112" y="1086298"/>
                    <a:pt x="3669245" y="1091068"/>
                  </a:cubicBezTo>
                  <a:cubicBezTo>
                    <a:pt x="3675378" y="1095838"/>
                    <a:pt x="3682875" y="1098564"/>
                    <a:pt x="3690371" y="1098564"/>
                  </a:cubicBezTo>
                  <a:cubicBezTo>
                    <a:pt x="3854603" y="1098564"/>
                    <a:pt x="4162625" y="1098564"/>
                    <a:pt x="4326858" y="1098564"/>
                  </a:cubicBezTo>
                  <a:cubicBezTo>
                    <a:pt x="4340487" y="1098564"/>
                    <a:pt x="4354798" y="1098564"/>
                    <a:pt x="4368427" y="1098564"/>
                  </a:cubicBezTo>
                  <a:cubicBezTo>
                    <a:pt x="4405226" y="1098564"/>
                    <a:pt x="4459744" y="1066536"/>
                    <a:pt x="4459744" y="1015426"/>
                  </a:cubicBezTo>
                  <a:lnTo>
                    <a:pt x="4459744" y="659020"/>
                  </a:lnTo>
                  <a:cubicBezTo>
                    <a:pt x="4532660" y="646072"/>
                    <a:pt x="4611710" y="615407"/>
                    <a:pt x="4665545" y="552030"/>
                  </a:cubicBezTo>
                  <a:cubicBezTo>
                    <a:pt x="4672360" y="543171"/>
                    <a:pt x="4675086" y="532268"/>
                    <a:pt x="4673042" y="522046"/>
                  </a:cubicBezTo>
                  <a:cubicBezTo>
                    <a:pt x="4752091" y="414375"/>
                    <a:pt x="4786846" y="264453"/>
                    <a:pt x="4794342" y="184721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4DC28B-DA5D-40A5-BF5E-A8C07B13D6FD}"/>
                </a:ext>
              </a:extLst>
            </p:cNvPr>
            <p:cNvGrpSpPr/>
            <p:nvPr/>
          </p:nvGrpSpPr>
          <p:grpSpPr>
            <a:xfrm>
              <a:off x="477110" y="5658084"/>
              <a:ext cx="655351" cy="517912"/>
              <a:chOff x="6456816" y="5667609"/>
              <a:chExt cx="655351" cy="517912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1A92E0-BAD3-4804-8CFB-2F36973DF453}"/>
                  </a:ext>
                </a:extLst>
              </p:cNvPr>
              <p:cNvSpPr/>
              <p:nvPr/>
            </p:nvSpPr>
            <p:spPr>
              <a:xfrm>
                <a:off x="6456816" y="5667609"/>
                <a:ext cx="517913" cy="517912"/>
              </a:xfrm>
              <a:custGeom>
                <a:avLst/>
                <a:gdLst>
                  <a:gd name="connsiteX0" fmla="*/ 460475 w 517912"/>
                  <a:gd name="connsiteY0" fmla="*/ 259443 h 517912"/>
                  <a:gd name="connsiteX1" fmla="*/ 259443 w 517912"/>
                  <a:gd name="connsiteY1" fmla="*/ 460475 h 517912"/>
                  <a:gd name="connsiteX2" fmla="*/ 58411 w 517912"/>
                  <a:gd name="connsiteY2" fmla="*/ 259443 h 517912"/>
                  <a:gd name="connsiteX3" fmla="*/ 259443 w 517912"/>
                  <a:gd name="connsiteY3" fmla="*/ 58411 h 517912"/>
                  <a:gd name="connsiteX4" fmla="*/ 460475 w 517912"/>
                  <a:gd name="connsiteY4" fmla="*/ 259443 h 51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912" h="517912">
                    <a:moveTo>
                      <a:pt x="460475" y="259443"/>
                    </a:moveTo>
                    <a:cubicBezTo>
                      <a:pt x="460475" y="370470"/>
                      <a:pt x="370470" y="460475"/>
                      <a:pt x="259443" y="460475"/>
                    </a:cubicBezTo>
                    <a:cubicBezTo>
                      <a:pt x="148416" y="460475"/>
                      <a:pt x="58411" y="370470"/>
                      <a:pt x="58411" y="259443"/>
                    </a:cubicBezTo>
                    <a:cubicBezTo>
                      <a:pt x="58411" y="148416"/>
                      <a:pt x="148416" y="58411"/>
                      <a:pt x="259443" y="58411"/>
                    </a:cubicBezTo>
                    <a:cubicBezTo>
                      <a:pt x="370470" y="58411"/>
                      <a:pt x="460475" y="148416"/>
                      <a:pt x="460475" y="259443"/>
                    </a:cubicBezTo>
                    <a:close/>
                  </a:path>
                </a:pathLst>
              </a:custGeom>
              <a:noFill/>
              <a:ln w="108857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F7FFD43-6FA1-417C-AF01-3A54B1EB3288}"/>
                  </a:ext>
                </a:extLst>
              </p:cNvPr>
              <p:cNvSpPr/>
              <p:nvPr/>
            </p:nvSpPr>
            <p:spPr>
              <a:xfrm>
                <a:off x="6913640" y="5874290"/>
                <a:ext cx="198527" cy="129467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DB8CE4-378A-4F7B-8401-E84CD0360554}"/>
                </a:ext>
              </a:extLst>
            </p:cNvPr>
            <p:cNvSpPr/>
            <p:nvPr/>
          </p:nvSpPr>
          <p:spPr>
            <a:xfrm>
              <a:off x="995023" y="5898145"/>
              <a:ext cx="6479203" cy="653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087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46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61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62946D-F2ED-4A3A-AFF2-114E504B5745}"/>
              </a:ext>
            </a:extLst>
          </p:cNvPr>
          <p:cNvSpPr/>
          <p:nvPr userDrawn="1"/>
        </p:nvSpPr>
        <p:spPr>
          <a:xfrm>
            <a:off x="2169994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98542A-477C-4DE9-BE76-734F0C55D2E2}"/>
              </a:ext>
            </a:extLst>
          </p:cNvPr>
          <p:cNvSpPr/>
          <p:nvPr userDrawn="1"/>
        </p:nvSpPr>
        <p:spPr>
          <a:xfrm>
            <a:off x="2413947" y="0"/>
            <a:ext cx="6730053" cy="6858000"/>
          </a:xfrm>
          <a:custGeom>
            <a:avLst/>
            <a:gdLst>
              <a:gd name="connsiteX0" fmla="*/ 2419756 w 9202402"/>
              <a:gd name="connsiteY0" fmla="*/ 0 h 6858000"/>
              <a:gd name="connsiteX1" fmla="*/ 9202402 w 9202402"/>
              <a:gd name="connsiteY1" fmla="*/ 0 h 6858000"/>
              <a:gd name="connsiteX2" fmla="*/ 9188795 w 9202402"/>
              <a:gd name="connsiteY2" fmla="*/ 6858000 h 6858000"/>
              <a:gd name="connsiteX3" fmla="*/ 0 w 92024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02402" h="6858000">
                <a:moveTo>
                  <a:pt x="2419756" y="0"/>
                </a:moveTo>
                <a:lnTo>
                  <a:pt x="9202402" y="0"/>
                </a:lnTo>
                <a:lnTo>
                  <a:pt x="918879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7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31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074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774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9724905C-0466-437C-B401-0D9138D840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55257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07F0600E-0EC8-4BFF-B37B-C982DE03E9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88495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49170B7-DADE-4D0A-8BF8-230A982B74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21732" y="2578730"/>
            <a:ext cx="1339703" cy="178627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1101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12B6C6-12D5-49A1-B688-91C869139E0E}"/>
              </a:ext>
            </a:extLst>
          </p:cNvPr>
          <p:cNvSpPr/>
          <p:nvPr userDrawn="1"/>
        </p:nvSpPr>
        <p:spPr>
          <a:xfrm>
            <a:off x="0" y="0"/>
            <a:ext cx="91440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D:\KBM-정애\014-Fullppt\PNG이미지\탭.png">
            <a:extLst>
              <a:ext uri="{FF2B5EF4-FFF2-40B4-BE49-F238E27FC236}">
                <a16:creationId xmlns:a16="http://schemas.microsoft.com/office/drawing/2014/main" id="{71CF212A-1782-49B4-8B17-581DC5D7B3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915" y="1709312"/>
            <a:ext cx="2648012" cy="434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:\KBM-정애\014-Fullppt\PNG이미지\핸드폰.png">
            <a:extLst>
              <a:ext uri="{FF2B5EF4-FFF2-40B4-BE49-F238E27FC236}">
                <a16:creationId xmlns:a16="http://schemas.microsoft.com/office/drawing/2014/main" id="{F6F9CC28-F54D-4BAA-BF10-18180D05E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32" y="3259539"/>
            <a:ext cx="1995680" cy="322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10637AE-6F5C-4D3F-9611-7DA2098A8029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95649" y="2158177"/>
            <a:ext cx="1836866" cy="31255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96F8098-C31E-4554-BACD-2C26FE4D24E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64932" y="3403406"/>
            <a:ext cx="1113343" cy="2330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 baseline="0">
                <a:latin typeface="+mn-lt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088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72920181-2924-4E1F-891D-E75A99509C25}"/>
              </a:ext>
            </a:extLst>
          </p:cNvPr>
          <p:cNvSpPr/>
          <p:nvPr userDrawn="1"/>
        </p:nvSpPr>
        <p:spPr>
          <a:xfrm>
            <a:off x="-1" y="0"/>
            <a:ext cx="32154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403987" y="535022"/>
            <a:ext cx="2917435" cy="3542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433426" y="2025072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350421" y="4260714"/>
            <a:ext cx="1971000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60000" anchor="ctr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376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gray">
          <a:xfrm>
            <a:off x="1465263" y="1247775"/>
            <a:ext cx="7450137" cy="74613"/>
          </a:xfrm>
          <a:prstGeom prst="rect">
            <a:avLst/>
          </a:prstGeom>
          <a:gradFill>
            <a:gsLst>
              <a:gs pos="0">
                <a:srgbClr val="175FA3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Tahoma"/>
              </a:defRPr>
            </a:lvl9pPr>
          </a:lstStyle>
          <a:p>
            <a:pPr algn="ctr">
              <a:defRPr/>
            </a:pPr>
            <a:endParaRPr lang="fr-FR" sz="2400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381000"/>
            <a:ext cx="7419975" cy="8667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 style du titre</a:t>
            </a:r>
            <a:endParaRPr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650288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477000"/>
            <a:ext cx="1905000" cy="2238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F96F775-11EA-4E6D-8D28-1A7B46574B78}" type="slidenum">
              <a:rPr lang="fr-FR"/>
              <a:t>‹#›</a:t>
            </a:fld>
            <a:endParaRPr lang="fr-FR"/>
          </a:p>
        </p:txBody>
      </p:sp>
      <p:pic>
        <p:nvPicPr>
          <p:cNvPr id="1032" name="Picture 14" descr="800x600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0" y="57150"/>
            <a:ext cx="1752599" cy="1314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r">
        <a:spcBef>
          <a:spcPts val="0"/>
        </a:spcBef>
        <a:spcAft>
          <a:spcPts val="0"/>
        </a:spcAft>
        <a:defRPr sz="3200">
          <a:solidFill>
            <a:srgbClr val="175FA3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2pPr>
      <a:lvl3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3pPr>
      <a:lvl4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4pPr>
      <a:lvl5pPr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5pPr>
      <a:lvl6pPr marL="4572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6pPr>
      <a:lvl7pPr marL="9144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7pPr>
      <a:lvl8pPr marL="13716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8pPr>
      <a:lvl9pPr marL="1828800" algn="ctr">
        <a:spcBef>
          <a:spcPts val="0"/>
        </a:spcBef>
        <a:spcAft>
          <a:spcPts val="0"/>
        </a:spcAft>
        <a:defRPr sz="3600">
          <a:solidFill>
            <a:schemeClr val="tx2"/>
          </a:solidFill>
          <a:latin typeface="Tahoma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lr>
          <a:schemeClr val="tx2"/>
        </a:buClr>
        <a:buSzPct val="60000"/>
        <a:buFont typeface="Wingdings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lr>
          <a:schemeClr val="hlink"/>
        </a:buClr>
        <a:buSzPct val="55000"/>
        <a:buFont typeface="Wingdings"/>
        <a:buChar char="n"/>
        <a:defRPr sz="2000">
          <a:solidFill>
            <a:schemeClr val="tx1"/>
          </a:solidFill>
          <a:latin typeface="+mn-lt"/>
        </a:defRPr>
      </a:lvl2pPr>
      <a:lvl3pPr marL="1143000" indent="-228600" algn="l">
        <a:spcBef>
          <a:spcPts val="0"/>
        </a:spcBef>
        <a:spcAft>
          <a:spcPts val="0"/>
        </a:spcAft>
        <a:buClr>
          <a:schemeClr val="folHlink"/>
        </a:buClr>
        <a:buSzPct val="50000"/>
        <a:buFont typeface="Wingdings"/>
        <a:buChar char="n"/>
        <a:defRPr sz="1800">
          <a:solidFill>
            <a:schemeClr val="tx1"/>
          </a:solidFill>
          <a:latin typeface="+mn-lt"/>
        </a:defRPr>
      </a:lvl3pPr>
      <a:lvl4pPr marL="1600200" indent="-228600" algn="l">
        <a:spcBef>
          <a:spcPts val="0"/>
        </a:spcBef>
        <a:spcAft>
          <a:spcPts val="0"/>
        </a:spcAft>
        <a:buClr>
          <a:schemeClr val="accent2"/>
        </a:buClr>
        <a:buSzPct val="55000"/>
        <a:buFont typeface="Wingdings"/>
        <a:buChar char="n"/>
        <a:defRPr sz="1600">
          <a:solidFill>
            <a:schemeClr val="tx1"/>
          </a:solidFill>
          <a:latin typeface="+mn-lt"/>
        </a:defRPr>
      </a:lvl4pPr>
      <a:lvl5pPr marL="20574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 sz="1600">
          <a:solidFill>
            <a:schemeClr val="tx1"/>
          </a:solidFill>
          <a:latin typeface="+mn-lt"/>
        </a:defRPr>
      </a:lvl5pPr>
      <a:lvl6pPr marL="25146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lr>
          <a:schemeClr val="accent1"/>
        </a:buClr>
        <a:buSzPct val="50000"/>
        <a:buFont typeface="Wingdings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1" r:id="rId11"/>
  </p:sldLayoutIdLst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4" indent="-171454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4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9321EBC-A03B-50A8-0400-762DE404A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7" name="Google Shape;514;p53">
            <a:extLst>
              <a:ext uri="{FF2B5EF4-FFF2-40B4-BE49-F238E27FC236}">
                <a16:creationId xmlns:a16="http://schemas.microsoft.com/office/drawing/2014/main" id="{900402E7-2915-B1C8-61B5-A089EB0A3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4960" y="44617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Interventions</a:t>
            </a:r>
          </a:p>
        </p:txBody>
      </p:sp>
      <p:sp>
        <p:nvSpPr>
          <p:cNvPr id="108" name="ZoneTexte 1">
            <a:extLst>
              <a:ext uri="{FF2B5EF4-FFF2-40B4-BE49-F238E27FC236}">
                <a16:creationId xmlns:a16="http://schemas.microsoft.com/office/drawing/2014/main" id="{C041939B-22A2-0BC0-ADBD-30E8167DF530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98088-B052-FBEF-D4EE-D8A79DEA3162}"/>
              </a:ext>
            </a:extLst>
          </p:cNvPr>
          <p:cNvSpPr txBox="1"/>
          <p:nvPr/>
        </p:nvSpPr>
        <p:spPr>
          <a:xfrm>
            <a:off x="1492439" y="1335773"/>
            <a:ext cx="7488832" cy="33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AirGenious_</a:t>
            </a:r>
            <a:r>
              <a:rPr lang="pt-PT" sz="1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Interventions</a:t>
            </a:r>
            <a:r>
              <a:rPr lang="pt-PT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['O1', 'O2', 'O3', 'O4', 'O5', 'O6', 'O7', 'O8', 'O9', 'oa']</a:t>
            </a:r>
            <a:endParaRPr lang="fr-FR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8E54A-E3B1-17EE-4483-A6D11C1307C5}"/>
              </a:ext>
            </a:extLst>
          </p:cNvPr>
          <p:cNvSpPr txBox="1"/>
          <p:nvPr/>
        </p:nvSpPr>
        <p:spPr>
          <a:xfrm>
            <a:off x="239011" y="2253215"/>
            <a:ext cx="4317554" cy="2649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Low Effort Remote Notification (Effort Level A)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Remote_Notification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on LISA app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Push notifications sent via the LISA app.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Remote_Email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Emails sent directly to the patient.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Remote_SMS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SMS Observance AIRGENIOUS (O1)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Remind patients regarding compliance.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SMS </a:t>
            </a:r>
            <a:r>
              <a:rPr lang="en-US" sz="1400" b="1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Fuite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AIRGENIOUS (O2)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Notify patients about leakage issues.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37FA4-D892-A229-4E13-6A0D8840F873}"/>
              </a:ext>
            </a:extLst>
          </p:cNvPr>
          <p:cNvSpPr txBox="1"/>
          <p:nvPr/>
        </p:nvSpPr>
        <p:spPr>
          <a:xfrm>
            <a:off x="4660874" y="2253215"/>
            <a:ext cx="4320480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Personalized Remote Intervention (Effort Level B)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Remote_Phone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/Video Call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APPEL Observance AIRGENIOUS (O3)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Call to address compliance issues.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APPEL </a:t>
            </a: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Fuite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AIRGENIOUS (O4)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Call to address leakage issues.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62CBD-FFD5-1804-C5E2-476E32B8A83C}"/>
              </a:ext>
            </a:extLst>
          </p:cNvPr>
          <p:cNvSpPr txBox="1"/>
          <p:nvPr/>
        </p:nvSpPr>
        <p:spPr>
          <a:xfrm>
            <a:off x="4660874" y="4146585"/>
            <a:ext cx="4644989" cy="87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Physician Collaboration (Special Level)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APPEL IAH AIRGENIOUS (O5)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Inform prescriber about AHI flow issues and determine intervention actions.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57490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1">
            <a:extLst>
              <a:ext uri="{FF2B5EF4-FFF2-40B4-BE49-F238E27FC236}">
                <a16:creationId xmlns:a16="http://schemas.microsoft.com/office/drawing/2014/main" id="{1975BCE3-E73D-1FA5-CDE2-204F6F3474F2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pic>
        <p:nvPicPr>
          <p:cNvPr id="1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A7E1A336-1689-8729-D415-26C7728D0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89233F-78CA-91B9-D929-5A9D374C6E67}"/>
              </a:ext>
            </a:extLst>
          </p:cNvPr>
          <p:cNvSpPr txBox="1"/>
          <p:nvPr/>
        </p:nvSpPr>
        <p:spPr bwMode="auto">
          <a:xfrm>
            <a:off x="0" y="2051841"/>
            <a:ext cx="4582853" cy="4593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High Effort In-Person Interventions (Effort Level C)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Presential_Linde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Center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Observance AIRGENIOUS (O6)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Observance visit at a Linde center.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</a:t>
            </a: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Fuite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AIRGENIOUS (O7)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Leakage visit at a Linde center.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IAH AIRGENIOUS (O8)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Visit for AHI flow issues at a Linde center.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Presential_Home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Visit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Observance AIRGENIOUS (O6)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Technician visits the patient’s home for compliance issues.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</a:t>
            </a: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Fuite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AIRGENIOUS (O7)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Technician visits for leakage problems.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VISITE IAH AIRGENIOUS (O8)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Technician visits for AHI flow issues.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5244F-6B7C-B05E-EFA6-4CBDF943942E}"/>
              </a:ext>
            </a:extLst>
          </p:cNvPr>
          <p:cNvSpPr txBox="1"/>
          <p:nvPr/>
        </p:nvSpPr>
        <p:spPr bwMode="auto">
          <a:xfrm>
            <a:off x="1503371" y="1457641"/>
            <a:ext cx="7488832" cy="33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AirGenious_jobtypes = ['O1', 'O2', 'O3', 'O4', 'O5', 'O6', 'O7', 'O8', 'O9', 'oa']</a:t>
            </a:r>
            <a:endParaRPr lang="fr-FR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225B4-0AC5-80CF-D4EC-6261F47908F0}"/>
              </a:ext>
            </a:extLst>
          </p:cNvPr>
          <p:cNvSpPr txBox="1"/>
          <p:nvPr/>
        </p:nvSpPr>
        <p:spPr>
          <a:xfrm>
            <a:off x="4650945" y="2051841"/>
            <a:ext cx="4355976" cy="1211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</a:t>
            </a: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Remote_Shipping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(Supporting Intervention)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Remote_Shipping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fr-FR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ET, EX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Shipment of equipment remotely as part of treatment.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514;p53">
            <a:extLst>
              <a:ext uri="{FF2B5EF4-FFF2-40B4-BE49-F238E27FC236}">
                <a16:creationId xmlns:a16="http://schemas.microsoft.com/office/drawing/2014/main" id="{DE1F01DB-FE04-E89F-342F-B71E89489BB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2014960" y="44617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Interventions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E9E3A-B182-B468-585F-0C64F7A99E5E}"/>
              </a:ext>
            </a:extLst>
          </p:cNvPr>
          <p:cNvSpPr txBox="1"/>
          <p:nvPr/>
        </p:nvSpPr>
        <p:spPr>
          <a:xfrm>
            <a:off x="4748611" y="3463624"/>
            <a:ext cx="3958309" cy="1306704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 of unique patients in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AirGenious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6272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Cleaning steps: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3621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 of unique patients in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NotAirGenious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32001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Last 6 months</a:t>
            </a:r>
            <a:endParaRPr lang="fr-FR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8D5B7E13-DB3C-2448-8F62-A1F957F5DB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0" t="35725" r="31100" b="34139"/>
          <a:stretch/>
        </p:blipFill>
        <p:spPr bwMode="auto">
          <a:xfrm>
            <a:off x="4863300" y="4771140"/>
            <a:ext cx="3843620" cy="152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5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1">
            <a:extLst>
              <a:ext uri="{FF2B5EF4-FFF2-40B4-BE49-F238E27FC236}">
                <a16:creationId xmlns:a16="http://schemas.microsoft.com/office/drawing/2014/main" id="{1975BCE3-E73D-1FA5-CDE2-204F6F3474F2}"/>
              </a:ext>
            </a:extLst>
          </p:cNvPr>
          <p:cNvSpPr txBox="1"/>
          <p:nvPr/>
        </p:nvSpPr>
        <p:spPr bwMode="auto">
          <a:xfrm>
            <a:off x="8706920" y="646627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pic>
        <p:nvPicPr>
          <p:cNvPr id="1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A7E1A336-1689-8729-D415-26C7728D0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40938"/>
            <a:ext cx="1343471" cy="671736"/>
          </a:xfrm>
          <a:prstGeom prst="rect">
            <a:avLst/>
          </a:prstGeom>
        </p:spPr>
      </p:pic>
      <p:sp>
        <p:nvSpPr>
          <p:cNvPr id="8" name="Google Shape;514;p53">
            <a:extLst>
              <a:ext uri="{FF2B5EF4-FFF2-40B4-BE49-F238E27FC236}">
                <a16:creationId xmlns:a16="http://schemas.microsoft.com/office/drawing/2014/main" id="{DE1F01DB-FE04-E89F-342F-B71E89489BB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79712" y="490456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Results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21A387-F964-0EEC-E602-7842506E2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13576"/>
              </p:ext>
            </p:extLst>
          </p:nvPr>
        </p:nvGraphicFramePr>
        <p:xfrm>
          <a:off x="1306237" y="3638887"/>
          <a:ext cx="2608714" cy="2502603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304357">
                  <a:extLst>
                    <a:ext uri="{9D8B030D-6E8A-4147-A177-3AD203B41FA5}">
                      <a16:colId xmlns:a16="http://schemas.microsoft.com/office/drawing/2014/main" val="3574369021"/>
                    </a:ext>
                  </a:extLst>
                </a:gridCol>
                <a:gridCol w="1304357">
                  <a:extLst>
                    <a:ext uri="{9D8B030D-6E8A-4147-A177-3AD203B41FA5}">
                      <a16:colId xmlns:a16="http://schemas.microsoft.com/office/drawing/2014/main" val="450582271"/>
                    </a:ext>
                  </a:extLst>
                </a:gridCol>
              </a:tblGrid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JobTypeCode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Occurrences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891416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O1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5280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68468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3744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677253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2206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961046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845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539124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679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259361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445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028236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O7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409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120216"/>
                  </a:ext>
                </a:extLst>
              </a:tr>
              <a:tr h="278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312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5698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E89DC3-ADBC-E7D3-CBA7-4977B2ADA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02580"/>
              </p:ext>
            </p:extLst>
          </p:nvPr>
        </p:nvGraphicFramePr>
        <p:xfrm>
          <a:off x="5561730" y="1664276"/>
          <a:ext cx="2448272" cy="3718561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306466642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18074269"/>
                    </a:ext>
                  </a:extLst>
                </a:gridCol>
              </a:tblGrid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JobTypeCode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Occurrences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250470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VK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20075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844465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EX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8805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84871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HL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6210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93788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AP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5454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465953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VH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5196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225135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V9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2690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011528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2459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438191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IU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1896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936541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VA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1790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538096"/>
                  </a:ext>
                </a:extLst>
              </a:tr>
              <a:tr h="3380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TA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1470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2079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89085E-8924-1156-A17B-8FD0EB6EA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019473"/>
              </p:ext>
            </p:extLst>
          </p:nvPr>
        </p:nvGraphicFramePr>
        <p:xfrm>
          <a:off x="306624" y="1644060"/>
          <a:ext cx="4265376" cy="1575054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421792">
                  <a:extLst>
                    <a:ext uri="{9D8B030D-6E8A-4147-A177-3AD203B41FA5}">
                      <a16:colId xmlns:a16="http://schemas.microsoft.com/office/drawing/2014/main" val="3885419104"/>
                    </a:ext>
                  </a:extLst>
                </a:gridCol>
                <a:gridCol w="1421792">
                  <a:extLst>
                    <a:ext uri="{9D8B030D-6E8A-4147-A177-3AD203B41FA5}">
                      <a16:colId xmlns:a16="http://schemas.microsoft.com/office/drawing/2014/main" val="1843171943"/>
                    </a:ext>
                  </a:extLst>
                </a:gridCol>
                <a:gridCol w="1421792">
                  <a:extLst>
                    <a:ext uri="{9D8B030D-6E8A-4147-A177-3AD203B41FA5}">
                      <a16:colId xmlns:a16="http://schemas.microsoft.com/office/drawing/2014/main" val="3496627021"/>
                    </a:ext>
                  </a:extLst>
                </a:gridCol>
              </a:tblGrid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AtHomePatientId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JobTypeCode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Occurrences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153196"/>
                  </a:ext>
                </a:extLst>
              </a:tr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46220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333755"/>
                  </a:ext>
                </a:extLst>
              </a:tr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46220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O9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529901"/>
                  </a:ext>
                </a:extLst>
              </a:tr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46220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EX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131115"/>
                  </a:ext>
                </a:extLst>
              </a:tr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46220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VK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96459"/>
                  </a:ext>
                </a:extLst>
              </a:tr>
              <a:tr h="26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46220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VM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82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3860478" y="828315"/>
            <a:ext cx="156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 46220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14;p53">
            <a:extLst>
              <a:ext uri="{FF2B5EF4-FFF2-40B4-BE49-F238E27FC236}">
                <a16:creationId xmlns:a16="http://schemas.microsoft.com/office/drawing/2014/main" id="{CFD6048C-9D69-2975-9136-41CBE0E1F65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2051720" y="33646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Analyzing 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Results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18458B-A4A2-DFD0-2263-19C980129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622548"/>
              </p:ext>
            </p:extLst>
          </p:nvPr>
        </p:nvGraphicFramePr>
        <p:xfrm>
          <a:off x="116528" y="2167501"/>
          <a:ext cx="8910944" cy="3280160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272992">
                  <a:extLst>
                    <a:ext uri="{9D8B030D-6E8A-4147-A177-3AD203B41FA5}">
                      <a16:colId xmlns:a16="http://schemas.microsoft.com/office/drawing/2014/main" val="2087315426"/>
                    </a:ext>
                  </a:extLst>
                </a:gridCol>
                <a:gridCol w="1272992">
                  <a:extLst>
                    <a:ext uri="{9D8B030D-6E8A-4147-A177-3AD203B41FA5}">
                      <a16:colId xmlns:a16="http://schemas.microsoft.com/office/drawing/2014/main" val="3790583834"/>
                    </a:ext>
                  </a:extLst>
                </a:gridCol>
                <a:gridCol w="1272992">
                  <a:extLst>
                    <a:ext uri="{9D8B030D-6E8A-4147-A177-3AD203B41FA5}">
                      <a16:colId xmlns:a16="http://schemas.microsoft.com/office/drawing/2014/main" val="48803715"/>
                    </a:ext>
                  </a:extLst>
                </a:gridCol>
                <a:gridCol w="1356576">
                  <a:extLst>
                    <a:ext uri="{9D8B030D-6E8A-4147-A177-3AD203B41FA5}">
                      <a16:colId xmlns:a16="http://schemas.microsoft.com/office/drawing/2014/main" val="1437329404"/>
                    </a:ext>
                  </a:extLst>
                </a:gridCol>
                <a:gridCol w="1189408">
                  <a:extLst>
                    <a:ext uri="{9D8B030D-6E8A-4147-A177-3AD203B41FA5}">
                      <a16:colId xmlns:a16="http://schemas.microsoft.com/office/drawing/2014/main" val="3075153463"/>
                    </a:ext>
                  </a:extLst>
                </a:gridCol>
                <a:gridCol w="1272992">
                  <a:extLst>
                    <a:ext uri="{9D8B030D-6E8A-4147-A177-3AD203B41FA5}">
                      <a16:colId xmlns:a16="http://schemas.microsoft.com/office/drawing/2014/main" val="2465749731"/>
                    </a:ext>
                  </a:extLst>
                </a:gridCol>
                <a:gridCol w="1272992">
                  <a:extLst>
                    <a:ext uri="{9D8B030D-6E8A-4147-A177-3AD203B41FA5}">
                      <a16:colId xmlns:a16="http://schemas.microsoft.com/office/drawing/2014/main" val="3950352026"/>
                    </a:ext>
                  </a:extLst>
                </a:gridCol>
              </a:tblGrid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 err="1">
                          <a:effectLst/>
                        </a:rPr>
                        <a:t>ReferenceDate</a:t>
                      </a:r>
                      <a:endParaRPr lang="fr-FR" sz="1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effectLst/>
                        </a:rPr>
                        <a:t>JobTypeCode</a:t>
                      </a:r>
                      <a:endParaRPr lang="fr-FR" sz="1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effectLst/>
                        </a:rPr>
                        <a:t>OneSleepId</a:t>
                      </a:r>
                      <a:endParaRPr lang="fr-FR" sz="1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 err="1">
                          <a:effectLst/>
                        </a:rPr>
                        <a:t>TherapyStartDate</a:t>
                      </a:r>
                      <a:endParaRPr lang="fr-FR" sz="1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effectLst/>
                        </a:rPr>
                        <a:t>DaysFromTherapyToJobType</a:t>
                      </a:r>
                      <a:endParaRPr lang="fr-FR" sz="1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>
                          <a:effectLst/>
                        </a:rPr>
                        <a:t>DaysFromPreviousJobType</a:t>
                      </a:r>
                      <a:endParaRPr lang="fr-FR" sz="1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100" dirty="0" err="1">
                          <a:effectLst/>
                        </a:rPr>
                        <a:t>QuestionnaireIds</a:t>
                      </a:r>
                      <a:endParaRPr lang="fr-FR" sz="1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471844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02/05/2024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O1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22846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22/06/2016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2871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851982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31/05/2024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25053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22/06/2016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2900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798183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19/06/2024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VK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22/06/2016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2919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18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410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419731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19/06/2024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VM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22/06/2016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2919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180495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24/06/2024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EX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22/06/2016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2924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094010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29/08/2024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O1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34706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22/06/2016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2990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65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91453"/>
                  </a:ext>
                </a:extLst>
              </a:tr>
              <a:tr h="4100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27/09/2024</a:t>
                      </a:r>
                      <a:endParaRPr lang="fr-FR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O9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39085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22/06/2016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3019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29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45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62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3860478" y="828315"/>
            <a:ext cx="156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 46220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14;p53">
            <a:extLst>
              <a:ext uri="{FF2B5EF4-FFF2-40B4-BE49-F238E27FC236}">
                <a16:creationId xmlns:a16="http://schemas.microsoft.com/office/drawing/2014/main" id="{CFD6048C-9D69-2975-9136-41CBE0E1F65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2051720" y="33646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Analyzing 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Results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E79589-894B-EF86-EB18-8C71321AE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07750"/>
              </p:ext>
            </p:extLst>
          </p:nvPr>
        </p:nvGraphicFramePr>
        <p:xfrm>
          <a:off x="179512" y="2187650"/>
          <a:ext cx="8784976" cy="2770128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2370483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7263814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5960889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0541629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3307734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198366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530654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21594081"/>
                    </a:ext>
                  </a:extLst>
                </a:gridCol>
              </a:tblGrid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ReferenceDate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JobTypeCode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Use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Leaks95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Leaks0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AHI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Presure90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Presure0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846818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5/2/2024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O1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5.95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16.8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3.6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9.84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8.64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37116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5/31/2024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O9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5.32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22.8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4.8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0.7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9.96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9.12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98786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6/19/2024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VK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5.93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18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9.6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8.88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8.4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949446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6/19/2024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VM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5.93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18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9.6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8.88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8.4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427452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6/24/2024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EX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5.23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16.8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8.4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0.3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9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8.76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95954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>
                          <a:effectLst/>
                        </a:rPr>
                        <a:t>8/29/2024</a:t>
                      </a:r>
                      <a:endParaRPr lang="fr-FR" sz="105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O1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5.82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27.6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4.8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0.5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9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8.76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641915"/>
                  </a:ext>
                </a:extLst>
              </a:tr>
              <a:tr h="34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b="0" kern="100" dirty="0">
                          <a:effectLst/>
                        </a:rPr>
                        <a:t>9/27/2024</a:t>
                      </a:r>
                      <a:endParaRPr lang="fr-FR" sz="105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O9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6.73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21.6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>
                          <a:effectLst/>
                        </a:rPr>
                        <a:t>0.2</a:t>
                      </a:r>
                      <a:endParaRPr lang="fr-FR" sz="10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9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</a:rPr>
                        <a:t>8.88</a:t>
                      </a:r>
                      <a:endParaRPr lang="fr-FR" sz="10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7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28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3860478" y="828315"/>
            <a:ext cx="156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 46220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14;p53">
            <a:extLst>
              <a:ext uri="{FF2B5EF4-FFF2-40B4-BE49-F238E27FC236}">
                <a16:creationId xmlns:a16="http://schemas.microsoft.com/office/drawing/2014/main" id="{CFD6048C-9D69-2975-9136-41CBE0E1F65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2051720" y="33646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Analyzing 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Results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A37018-0170-B8F1-5F45-D2F3A5781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90226"/>
              </p:ext>
            </p:extLst>
          </p:nvPr>
        </p:nvGraphicFramePr>
        <p:xfrm>
          <a:off x="102020" y="1844824"/>
          <a:ext cx="8939959" cy="4290255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862327">
                  <a:extLst>
                    <a:ext uri="{9D8B030D-6E8A-4147-A177-3AD203B41FA5}">
                      <a16:colId xmlns:a16="http://schemas.microsoft.com/office/drawing/2014/main" val="2898635581"/>
                    </a:ext>
                  </a:extLst>
                </a:gridCol>
                <a:gridCol w="925664">
                  <a:extLst>
                    <a:ext uri="{9D8B030D-6E8A-4147-A177-3AD203B41FA5}">
                      <a16:colId xmlns:a16="http://schemas.microsoft.com/office/drawing/2014/main" val="2758589459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1096256776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2814041721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554063882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1949384444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3254195034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1197912484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579517035"/>
                    </a:ext>
                  </a:extLst>
                </a:gridCol>
                <a:gridCol w="893996">
                  <a:extLst>
                    <a:ext uri="{9D8B030D-6E8A-4147-A177-3AD203B41FA5}">
                      <a16:colId xmlns:a16="http://schemas.microsoft.com/office/drawing/2014/main" val="2447794362"/>
                    </a:ext>
                  </a:extLst>
                </a:gridCol>
              </a:tblGrid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JobTypeCode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ReferenceDate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Mean_AHI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Mean_Usage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Mean_Leakage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Days_Before_JobType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Mean_AHI_After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>
                          <a:effectLst/>
                        </a:rPr>
                        <a:t>Mean_Usage_After</a:t>
                      </a:r>
                      <a:endParaRPr lang="fr-FR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>
                          <a:effectLst/>
                        </a:rPr>
                        <a:t>Mean_Leakage_After</a:t>
                      </a:r>
                      <a:endParaRPr lang="fr-FR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Days_After_JobType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427300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Before_FirstJobType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5/2/2024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5.13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14.4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8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209910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O1_to_O9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5/31/2024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0.56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5.11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18.32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26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90619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O9_to_VK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6/19/2024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0.74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5.04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17.11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19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11354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VK_to_VM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6/19/2024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6972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VM_to_EX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6/24/2024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4.14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16.32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5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956216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EX_to_O1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8/29/2024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0.59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5.06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19.12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66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395307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>
                          <a:effectLst/>
                        </a:rPr>
                        <a:t>O1_to_O9</a:t>
                      </a:r>
                      <a:endParaRPr lang="fr-FR" sz="9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9/27/2024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0.62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5.80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20.31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29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733230"/>
                  </a:ext>
                </a:extLst>
              </a:tr>
              <a:tr h="4766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100" dirty="0" err="1">
                          <a:effectLst/>
                        </a:rPr>
                        <a:t>LastJobType_to_End</a:t>
                      </a:r>
                      <a:endParaRPr lang="fr-FR" sz="9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9/27/2024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0.428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5.77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20.352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25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71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56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3131840" y="760416"/>
            <a:ext cx="364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change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 46220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14;p53">
            <a:extLst>
              <a:ext uri="{FF2B5EF4-FFF2-40B4-BE49-F238E27FC236}">
                <a16:creationId xmlns:a16="http://schemas.microsoft.com/office/drawing/2014/main" id="{CFD6048C-9D69-2975-9136-41CBE0E1F65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2051720" y="336468"/>
            <a:ext cx="4806154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pPr marL="457200" lvl="1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Analyzing 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AirGenious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Data Results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371B87-41A0-9E20-19F5-D44EFA8C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26504"/>
              </p:ext>
            </p:extLst>
          </p:nvPr>
        </p:nvGraphicFramePr>
        <p:xfrm>
          <a:off x="107504" y="2401718"/>
          <a:ext cx="8963619" cy="2412176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456575">
                  <a:extLst>
                    <a:ext uri="{9D8B030D-6E8A-4147-A177-3AD203B41FA5}">
                      <a16:colId xmlns:a16="http://schemas.microsoft.com/office/drawing/2014/main" val="1023751808"/>
                    </a:ext>
                  </a:extLst>
                </a:gridCol>
                <a:gridCol w="1320121">
                  <a:extLst>
                    <a:ext uri="{9D8B030D-6E8A-4147-A177-3AD203B41FA5}">
                      <a16:colId xmlns:a16="http://schemas.microsoft.com/office/drawing/2014/main" val="2097035309"/>
                    </a:ext>
                  </a:extLst>
                </a:gridCol>
                <a:gridCol w="1639594">
                  <a:extLst>
                    <a:ext uri="{9D8B030D-6E8A-4147-A177-3AD203B41FA5}">
                      <a16:colId xmlns:a16="http://schemas.microsoft.com/office/drawing/2014/main" val="3603359185"/>
                    </a:ext>
                  </a:extLst>
                </a:gridCol>
                <a:gridCol w="1541045">
                  <a:extLst>
                    <a:ext uri="{9D8B030D-6E8A-4147-A177-3AD203B41FA5}">
                      <a16:colId xmlns:a16="http://schemas.microsoft.com/office/drawing/2014/main" val="2806625788"/>
                    </a:ext>
                  </a:extLst>
                </a:gridCol>
                <a:gridCol w="1651507">
                  <a:extLst>
                    <a:ext uri="{9D8B030D-6E8A-4147-A177-3AD203B41FA5}">
                      <a16:colId xmlns:a16="http://schemas.microsoft.com/office/drawing/2014/main" val="3332507651"/>
                    </a:ext>
                  </a:extLst>
                </a:gridCol>
                <a:gridCol w="1354777">
                  <a:extLst>
                    <a:ext uri="{9D8B030D-6E8A-4147-A177-3AD203B41FA5}">
                      <a16:colId xmlns:a16="http://schemas.microsoft.com/office/drawing/2014/main" val="3310586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>
                          <a:effectLst/>
                        </a:rPr>
                        <a:t>From_JobTypeCode</a:t>
                      </a:r>
                      <a:endParaRPr lang="fr-FR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>
                          <a:effectLst/>
                        </a:rPr>
                        <a:t>To_JobTypeCode</a:t>
                      </a:r>
                      <a:endParaRPr lang="fr-FR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AHI_Rate_Of_Change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>
                          <a:effectLst/>
                        </a:rPr>
                        <a:t>Usage_Rate_Of_Change</a:t>
                      </a:r>
                      <a:endParaRPr lang="fr-FR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Leakage_Rate_Of_Change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800" kern="100" dirty="0" err="1">
                          <a:effectLst/>
                        </a:rPr>
                        <a:t>JobType_Occurrence</a:t>
                      </a:r>
                      <a:endParaRPr lang="fr-FR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914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Before_FirstJobType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O1_to_O9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0.26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-0.015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3.92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1134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O1_to_O9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O9_to_VK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0.17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-0.071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-1.20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9484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O9_to_VK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 err="1">
                          <a:effectLst/>
                        </a:rPr>
                        <a:t>VK_to_VM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370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VK_to_VM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VM_to_EX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68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VM_to_EX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EX_to_O1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0.19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0.92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2.80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5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1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EX_to_O1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O1_to_O9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0.025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0.73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1.19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11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O1_to_O9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LastJobType_to_End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7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8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20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88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2915816" y="533401"/>
            <a:ext cx="364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transaction in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AirGenious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44649B-D1A7-FC72-63B3-55C38DE4D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008937"/>
              </p:ext>
            </p:extLst>
          </p:nvPr>
        </p:nvGraphicFramePr>
        <p:xfrm>
          <a:off x="467544" y="1350673"/>
          <a:ext cx="3075836" cy="2313940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847310">
                  <a:extLst>
                    <a:ext uri="{9D8B030D-6E8A-4147-A177-3AD203B41FA5}">
                      <a16:colId xmlns:a16="http://schemas.microsoft.com/office/drawing/2014/main" val="3672886721"/>
                    </a:ext>
                  </a:extLst>
                </a:gridCol>
                <a:gridCol w="1228526">
                  <a:extLst>
                    <a:ext uri="{9D8B030D-6E8A-4147-A177-3AD203B41FA5}">
                      <a16:colId xmlns:a16="http://schemas.microsoft.com/office/drawing/2014/main" val="2524257571"/>
                    </a:ext>
                  </a:extLst>
                </a:gridCol>
              </a:tblGrid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Transition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 err="1">
                          <a:effectLst/>
                        </a:rPr>
                        <a:t>TotalOccurrences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369147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O1_to_O1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1090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476143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O1_to_O9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975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908596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O9_to_O1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586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141282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O1_to_VK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504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301598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O9_to_VK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418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226529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VK_to_O1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385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207610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O1_to_O3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190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492744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VK_to_EX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171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79912"/>
                  </a:ext>
                </a:extLst>
              </a:tr>
              <a:tr h="122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EX_to_O1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146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4734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5D1FCB-F97A-F39C-3266-E950882DA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37412"/>
              </p:ext>
            </p:extLst>
          </p:nvPr>
        </p:nvGraphicFramePr>
        <p:xfrm>
          <a:off x="4074698" y="1350673"/>
          <a:ext cx="4732020" cy="2313940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2786630126"/>
                    </a:ext>
                  </a:extLst>
                </a:gridCol>
                <a:gridCol w="1373212">
                  <a:extLst>
                    <a:ext uri="{9D8B030D-6E8A-4147-A177-3AD203B41FA5}">
                      <a16:colId xmlns:a16="http://schemas.microsoft.com/office/drawing/2014/main" val="1077742055"/>
                    </a:ext>
                  </a:extLst>
                </a:gridCol>
                <a:gridCol w="1923708">
                  <a:extLst>
                    <a:ext uri="{9D8B030D-6E8A-4147-A177-3AD203B41FA5}">
                      <a16:colId xmlns:a16="http://schemas.microsoft.com/office/drawing/2014/main" val="371260417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From_JobTypeCode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To_JobTypeCode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Mean_Days_For_Transaction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7225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AM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O1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125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4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11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898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AP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AW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4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1611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EX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13.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61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HL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2708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AP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LC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8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5365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O1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39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4220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O3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12.6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376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>
                          <a:effectLst/>
                        </a:rPr>
                        <a:t>AP</a:t>
                      </a:r>
                      <a:endParaRPr lang="fr-FR" sz="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O5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 kern="100" dirty="0">
                          <a:effectLst/>
                        </a:rPr>
                        <a:t>22</a:t>
                      </a:r>
                      <a:endParaRPr lang="fr-FR" sz="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57226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482AB1-D49B-9EE1-24E0-6CDBD65A5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60892"/>
              </p:ext>
            </p:extLst>
          </p:nvPr>
        </p:nvGraphicFramePr>
        <p:xfrm>
          <a:off x="467544" y="4001339"/>
          <a:ext cx="8417218" cy="2222568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603281">
                  <a:extLst>
                    <a:ext uri="{9D8B030D-6E8A-4147-A177-3AD203B41FA5}">
                      <a16:colId xmlns:a16="http://schemas.microsoft.com/office/drawing/2014/main" val="620406464"/>
                    </a:ext>
                  </a:extLst>
                </a:gridCol>
                <a:gridCol w="1480256">
                  <a:extLst>
                    <a:ext uri="{9D8B030D-6E8A-4147-A177-3AD203B41FA5}">
                      <a16:colId xmlns:a16="http://schemas.microsoft.com/office/drawing/2014/main" val="359673948"/>
                    </a:ext>
                  </a:extLst>
                </a:gridCol>
                <a:gridCol w="1726303">
                  <a:extLst>
                    <a:ext uri="{9D8B030D-6E8A-4147-A177-3AD203B41FA5}">
                      <a16:colId xmlns:a16="http://schemas.microsoft.com/office/drawing/2014/main" val="1965004030"/>
                    </a:ext>
                  </a:extLst>
                </a:gridCol>
                <a:gridCol w="1821495">
                  <a:extLst>
                    <a:ext uri="{9D8B030D-6E8A-4147-A177-3AD203B41FA5}">
                      <a16:colId xmlns:a16="http://schemas.microsoft.com/office/drawing/2014/main" val="2397312168"/>
                    </a:ext>
                  </a:extLst>
                </a:gridCol>
                <a:gridCol w="1785883">
                  <a:extLst>
                    <a:ext uri="{9D8B030D-6E8A-4147-A177-3AD203B41FA5}">
                      <a16:colId xmlns:a16="http://schemas.microsoft.com/office/drawing/2014/main" val="294987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From_JobTypeCode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To_JobTypeCode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 err="1">
                          <a:effectLst/>
                        </a:rPr>
                        <a:t>AHI_Mean_Change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 err="1">
                          <a:effectLst/>
                        </a:rPr>
                        <a:t>Usage_Mean_Change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Leaks95_Mean_Change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057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O1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AP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0.35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-0.7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-2.4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798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O1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AW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-1.2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0.48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7.2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2792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EX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0.018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0.26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-4.03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7934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FO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1.65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-0.465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1.2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968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HL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-0.53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-0.32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-2.86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984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O1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1.11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-0.09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4.3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1956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0.68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-0.23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2.96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4532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O1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O5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5.4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1.55</a:t>
                      </a:r>
                      <a:endParaRPr lang="fr-FR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-4.8</a:t>
                      </a:r>
                      <a:endParaRPr lang="fr-FR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865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3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88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2915816" y="533401"/>
            <a:ext cx="364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transaction in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AirGenious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03D174-ED63-D170-1BDA-43AB4E4A0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42029"/>
              </p:ext>
            </p:extLst>
          </p:nvPr>
        </p:nvGraphicFramePr>
        <p:xfrm>
          <a:off x="1375340" y="1606129"/>
          <a:ext cx="7344817" cy="4519422"/>
        </p:xfrm>
        <a:graphic>
          <a:graphicData uri="http://schemas.openxmlformats.org/drawingml/2006/table">
            <a:tbl>
              <a:tblPr firstRow="1" firstCol="1" bandRow="1"/>
              <a:tblGrid>
                <a:gridCol w="1172203">
                  <a:extLst>
                    <a:ext uri="{9D8B030D-6E8A-4147-A177-3AD203B41FA5}">
                      <a16:colId xmlns:a16="http://schemas.microsoft.com/office/drawing/2014/main" val="3767201826"/>
                    </a:ext>
                  </a:extLst>
                </a:gridCol>
                <a:gridCol w="890281">
                  <a:extLst>
                    <a:ext uri="{9D8B030D-6E8A-4147-A177-3AD203B41FA5}">
                      <a16:colId xmlns:a16="http://schemas.microsoft.com/office/drawing/2014/main" val="3453925038"/>
                    </a:ext>
                  </a:extLst>
                </a:gridCol>
                <a:gridCol w="979309">
                  <a:extLst>
                    <a:ext uri="{9D8B030D-6E8A-4147-A177-3AD203B41FA5}">
                      <a16:colId xmlns:a16="http://schemas.microsoft.com/office/drawing/2014/main" val="3494090212"/>
                    </a:ext>
                  </a:extLst>
                </a:gridCol>
                <a:gridCol w="994147">
                  <a:extLst>
                    <a:ext uri="{9D8B030D-6E8A-4147-A177-3AD203B41FA5}">
                      <a16:colId xmlns:a16="http://schemas.microsoft.com/office/drawing/2014/main" val="2000854778"/>
                    </a:ext>
                  </a:extLst>
                </a:gridCol>
                <a:gridCol w="979309">
                  <a:extLst>
                    <a:ext uri="{9D8B030D-6E8A-4147-A177-3AD203B41FA5}">
                      <a16:colId xmlns:a16="http://schemas.microsoft.com/office/drawing/2014/main" val="1235006260"/>
                    </a:ext>
                  </a:extLst>
                </a:gridCol>
                <a:gridCol w="1157365">
                  <a:extLst>
                    <a:ext uri="{9D8B030D-6E8A-4147-A177-3AD203B41FA5}">
                      <a16:colId xmlns:a16="http://schemas.microsoft.com/office/drawing/2014/main" val="3012625638"/>
                    </a:ext>
                  </a:extLst>
                </a:gridCol>
                <a:gridCol w="1172203">
                  <a:extLst>
                    <a:ext uri="{9D8B030D-6E8A-4147-A177-3AD203B41FA5}">
                      <a16:colId xmlns:a16="http://schemas.microsoft.com/office/drawing/2014/main" val="135781846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JobTypeCode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Min_AHI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Max_AHI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Min_Usage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Max_Usage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Min_Leakage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Max_Leakage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3237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O1_to_AP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11.04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31.89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285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O1_to_AW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2.16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10.38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3071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O1_to_CM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1683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O1_to_FO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2.08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5.77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31.80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1773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40.01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96.51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2271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7.21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6407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O1_to_O6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3.07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40.11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088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39.72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9.56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52.02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0041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O1_to_OP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9917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O1_to_PG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23.79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823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O1_to_PW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4.28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9002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O1_to_RC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10.40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10.40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12.60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1218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O1_to_SA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6.80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6.80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1767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O1_to_SC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5.87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25.80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7339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O1_to_TA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4.21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6.69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17.94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37.20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6493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O1_to_VA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17.75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0.64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72.60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0581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O1_to_VH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3.62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7.38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fr-FR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58.60</a:t>
                      </a:r>
                      <a:endParaRPr lang="fr-FR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793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3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88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2915816" y="533401"/>
            <a:ext cx="364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transaction in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AirGenious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41DC6B-4507-A249-C3B1-D16629921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826186"/>
              </p:ext>
            </p:extLst>
          </p:nvPr>
        </p:nvGraphicFramePr>
        <p:xfrm>
          <a:off x="2339752" y="1484784"/>
          <a:ext cx="5090996" cy="4728188"/>
        </p:xfrm>
        <a:graphic>
          <a:graphicData uri="http://schemas.openxmlformats.org/drawingml/2006/table">
            <a:tbl>
              <a:tblPr firstRow="1" firstCol="1" bandRow="1"/>
              <a:tblGrid>
                <a:gridCol w="1272749">
                  <a:extLst>
                    <a:ext uri="{9D8B030D-6E8A-4147-A177-3AD203B41FA5}">
                      <a16:colId xmlns:a16="http://schemas.microsoft.com/office/drawing/2014/main" val="2133310460"/>
                    </a:ext>
                  </a:extLst>
                </a:gridCol>
                <a:gridCol w="1272749">
                  <a:extLst>
                    <a:ext uri="{9D8B030D-6E8A-4147-A177-3AD203B41FA5}">
                      <a16:colId xmlns:a16="http://schemas.microsoft.com/office/drawing/2014/main" val="1196172270"/>
                    </a:ext>
                  </a:extLst>
                </a:gridCol>
                <a:gridCol w="1272749">
                  <a:extLst>
                    <a:ext uri="{9D8B030D-6E8A-4147-A177-3AD203B41FA5}">
                      <a16:colId xmlns:a16="http://schemas.microsoft.com/office/drawing/2014/main" val="51166266"/>
                    </a:ext>
                  </a:extLst>
                </a:gridCol>
                <a:gridCol w="1272749">
                  <a:extLst>
                    <a:ext uri="{9D8B030D-6E8A-4147-A177-3AD203B41FA5}">
                      <a16:colId xmlns:a16="http://schemas.microsoft.com/office/drawing/2014/main" val="4287339398"/>
                    </a:ext>
                  </a:extLst>
                </a:gridCol>
              </a:tblGrid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JobTypeCode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MinOccurrences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MaxOccurrences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MeanOccurrences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39176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AP_to_O1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268151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EX_to_O1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12653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EX_to_O9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294703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340092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HL_to_EX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581115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HL_to_VH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963733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HL_to_VK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166425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O1_to_EX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198742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O1_to_HL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342786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1090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1090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1090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907769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92011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O1_to_O9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345004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O1_to_VK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11374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O3_to_O9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53075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O3_to_VK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459148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O9_to_EX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320694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O9_to_HL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01442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O9_to_O1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586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787114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O9_to_O2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008913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O9_to_VK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343251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VA_to_VK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681235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VK_to_AP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94880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VK_to_EX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81652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VK_to_O1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385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385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10009"/>
                  </a:ext>
                </a:extLst>
              </a:tr>
              <a:tr h="1787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VK_to_O9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</a:t>
                      </a:r>
                      <a:endParaRPr lang="fr-FR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</a:t>
                      </a:r>
                      <a:endParaRPr lang="fr-FR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" marR="9247" marT="92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588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516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1907704" y="492447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for selection of Medical Survey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732232-B493-3206-FE0E-DB5290298B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8392275"/>
              </p:ext>
            </p:extLst>
          </p:nvPr>
        </p:nvGraphicFramePr>
        <p:xfrm>
          <a:off x="586213" y="1548850"/>
          <a:ext cx="8250651" cy="496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077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1907704" y="332656"/>
            <a:ext cx="504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Survey Regarding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AirGenious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Intervention Category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068D98-313F-6985-D161-7F3A1FB7F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831369"/>
              </p:ext>
            </p:extLst>
          </p:nvPr>
        </p:nvGraphicFramePr>
        <p:xfrm>
          <a:off x="318294" y="1925397"/>
          <a:ext cx="8650288" cy="3474720"/>
        </p:xfrm>
        <a:graphic>
          <a:graphicData uri="http://schemas.openxmlformats.org/drawingml/2006/table">
            <a:tbl>
              <a:tblPr/>
              <a:tblGrid>
                <a:gridCol w="2162572">
                  <a:extLst>
                    <a:ext uri="{9D8B030D-6E8A-4147-A177-3AD203B41FA5}">
                      <a16:colId xmlns:a16="http://schemas.microsoft.com/office/drawing/2014/main" val="1779622643"/>
                    </a:ext>
                  </a:extLst>
                </a:gridCol>
                <a:gridCol w="2162572">
                  <a:extLst>
                    <a:ext uri="{9D8B030D-6E8A-4147-A177-3AD203B41FA5}">
                      <a16:colId xmlns:a16="http://schemas.microsoft.com/office/drawing/2014/main" val="4283446144"/>
                    </a:ext>
                  </a:extLst>
                </a:gridCol>
                <a:gridCol w="2162572">
                  <a:extLst>
                    <a:ext uri="{9D8B030D-6E8A-4147-A177-3AD203B41FA5}">
                      <a16:colId xmlns:a16="http://schemas.microsoft.com/office/drawing/2014/main" val="309193487"/>
                    </a:ext>
                  </a:extLst>
                </a:gridCol>
                <a:gridCol w="2162572">
                  <a:extLst>
                    <a:ext uri="{9D8B030D-6E8A-4147-A177-3AD203B41FA5}">
                      <a16:colId xmlns:a16="http://schemas.microsoft.com/office/drawing/2014/main" val="369337446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 Level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Trigger Conditions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Surveys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</a:t>
                      </a:r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Timing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06589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Effort Remote Notification (Effort Level 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 score 1-3; Leakage or AHI score 0-2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 (for sleepiness), PSQI Subsections (for specific sleep issues)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Days, Monthly or quarterly, based on compliance trend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14696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Remote Intervention (Effort Level B)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 score 4-5; Moderate AHI/Leakage trend increasing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PSQI, Fatigue Severity Scale (FSS) for fatigue and adherence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monthly, ideally after noted compliance declines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89133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Physician Collaboration (Special Level)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 or AHI score 6; trend stable or worsening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SF-36, BDI, AHI-specific survey for respiratory focus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Monthly; typically initiated by physician assessment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53297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Effort In-Person Interventions (Effort Level C)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non-compliance or high leakage; AHI &gt; 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surveys (PSQI, SF-36, ESS) for sleep quality, health, and adherence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and after each in-person visit to track changes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56864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Shipping (Supporting Intervention)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initial compliance or AHI/Leakage scores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Satisfaction Survey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 post-shipping and at 1-month follow-up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872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55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">
            <a:extLst>
              <a:ext uri="{FF2B5EF4-FFF2-40B4-BE49-F238E27FC236}">
                <a16:creationId xmlns:a16="http://schemas.microsoft.com/office/drawing/2014/main" id="{3DACC732-FC6A-A33A-61C6-1005E3E83AC6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pic>
        <p:nvPicPr>
          <p:cNvPr id="17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50E34903-3A9D-EF34-B4E6-8E78CFD3A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CF098-4BE9-2556-744D-31F7C8AD7631}"/>
              </a:ext>
            </a:extLst>
          </p:cNvPr>
          <p:cNvSpPr txBox="1"/>
          <p:nvPr/>
        </p:nvSpPr>
        <p:spPr>
          <a:xfrm>
            <a:off x="1907704" y="492447"/>
            <a:ext cx="532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Medical Survey Base on Usage patterns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377177-F61B-6757-D991-C09EC9E82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465702"/>
              </p:ext>
            </p:extLst>
          </p:nvPr>
        </p:nvGraphicFramePr>
        <p:xfrm>
          <a:off x="324251" y="1412776"/>
          <a:ext cx="8638374" cy="2733040"/>
        </p:xfrm>
        <a:graphic>
          <a:graphicData uri="http://schemas.openxmlformats.org/drawingml/2006/table">
            <a:tbl>
              <a:tblPr/>
              <a:tblGrid>
                <a:gridCol w="1223413">
                  <a:extLst>
                    <a:ext uri="{9D8B030D-6E8A-4147-A177-3AD203B41FA5}">
                      <a16:colId xmlns:a16="http://schemas.microsoft.com/office/drawing/2014/main" val="240714899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3175523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46656700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00877635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00264997"/>
                    </a:ext>
                  </a:extLst>
                </a:gridCol>
                <a:gridCol w="2806449">
                  <a:extLst>
                    <a:ext uri="{9D8B030D-6E8A-4147-A177-3AD203B41FA5}">
                      <a16:colId xmlns:a16="http://schemas.microsoft.com/office/drawing/2014/main" val="1341146213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ReferenceDate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JobTypeCode</a:t>
                      </a:r>
                      <a:endParaRPr lang="fr-FR" sz="105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Use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AHI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Leaks95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Recommended_Survey</a:t>
                      </a:r>
                      <a:endParaRPr lang="fr-FR" sz="105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457248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02/05/2024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78247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31/05/2024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86188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19/06/2024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937887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19/06/2024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423529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24/06/2024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208748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29/08/2024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7817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27/09/2024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Personalized Remote Intervention: PSQI, FSS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1709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73E6E8-D67A-53BE-D757-2AB697F9843F}"/>
              </a:ext>
            </a:extLst>
          </p:cNvPr>
          <p:cNvSpPr txBox="1"/>
          <p:nvPr/>
        </p:nvSpPr>
        <p:spPr>
          <a:xfrm>
            <a:off x="79077" y="4148778"/>
            <a:ext cx="7490787" cy="294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Responded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QuestionId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410 in </a:t>
            </a: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6/19/2024</a:t>
            </a:r>
            <a:r>
              <a:rPr lang="fr-FR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endParaRPr lang="fr-F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Mean Values for All Dates Before the Questionnaire (up to June 18, 2024):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Usage (Use)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5.29 hours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AHI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0.67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Leaks95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18.97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Mean Values for All Dates After the Questionnaire (from June 20, 2024, onwards):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Usage (Use)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5.39 hours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AHI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0.72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Leaks95</a:t>
            </a:r>
            <a:r>
              <a:rPr lang="en-US" sz="11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18.51</a:t>
            </a:r>
            <a:endParaRPr lang="fr-FR" sz="11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99224-AD18-3F0C-C061-6DF76D9A3363}"/>
              </a:ext>
            </a:extLst>
          </p:cNvPr>
          <p:cNvSpPr txBox="1"/>
          <p:nvPr/>
        </p:nvSpPr>
        <p:spPr>
          <a:xfrm>
            <a:off x="5175883" y="4221088"/>
            <a:ext cx="4120826" cy="177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Analysis</a:t>
            </a:r>
            <a:endParaRPr lang="fr-FR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Usage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Slightly increased after the questionnaire (from 5.29 to 5.39 hours).</a:t>
            </a:r>
            <a:endParaRPr lang="fr-FR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AHI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 minor increase was observed in the AHI (from 0.67 to 0.72).</a:t>
            </a:r>
            <a:endParaRPr lang="fr-FR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Leaks95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Leakage values showed a slight decrease (from 18.97 to 18.51).</a:t>
            </a:r>
            <a:endParaRPr lang="fr-FR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8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9AF68346-50B3-3653-5B9F-762903BDCE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pic>
        <p:nvPicPr>
          <p:cNvPr id="2" name="Picture 1" descr="A graph with red blue and green lines&#10;&#10;Description automatically generated">
            <a:extLst>
              <a:ext uri="{FF2B5EF4-FFF2-40B4-BE49-F238E27FC236}">
                <a16:creationId xmlns:a16="http://schemas.microsoft.com/office/drawing/2014/main" id="{3781C548-B0FF-0C5C-6390-A211929DA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26" y="1575951"/>
            <a:ext cx="7217948" cy="4789602"/>
          </a:xfrm>
          <a:prstGeom prst="rect">
            <a:avLst/>
          </a:prstGeom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4886F0AE-F60A-079A-062B-0ACD38839271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C817F-6979-D363-D01D-146E5EBA0F74}"/>
              </a:ext>
            </a:extLst>
          </p:cNvPr>
          <p:cNvSpPr txBox="1"/>
          <p:nvPr/>
        </p:nvSpPr>
        <p:spPr>
          <a:xfrm>
            <a:off x="1624799" y="522315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AHI, Usage and Leakage95 Trend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Last 6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95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9321EBC-A03B-50A8-0400-762DE404A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108" name="ZoneTexte 1">
            <a:extLst>
              <a:ext uri="{FF2B5EF4-FFF2-40B4-BE49-F238E27FC236}">
                <a16:creationId xmlns:a16="http://schemas.microsoft.com/office/drawing/2014/main" id="{C041939B-22A2-0BC0-ADBD-30E8167DF530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</p:txBody>
      </p:sp>
      <p:pic>
        <p:nvPicPr>
          <p:cNvPr id="2" name="Picture 1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47BCDF19-33C4-856A-3D2D-2320A2C6E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661356" cy="4420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10DF7-EB47-2651-D53C-DA44808A5610}"/>
              </a:ext>
            </a:extLst>
          </p:cNvPr>
          <p:cNvSpPr txBox="1"/>
          <p:nvPr/>
        </p:nvSpPr>
        <p:spPr>
          <a:xfrm>
            <a:off x="1624799" y="522315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Most Frequently Repeated Interventions in Weekly Aggregation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385244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Image 22" descr="Une image contenant Graphique, Bleu électrique, Police, bleu&#10;&#10;Description générée automatiquement">
            <a:extLst>
              <a:ext uri="{FF2B5EF4-FFF2-40B4-BE49-F238E27FC236}">
                <a16:creationId xmlns:a16="http://schemas.microsoft.com/office/drawing/2014/main" id="{39321EBC-A03B-50A8-0400-762DE404A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0666" y="492447"/>
            <a:ext cx="1343471" cy="671736"/>
          </a:xfrm>
          <a:prstGeom prst="rect">
            <a:avLst/>
          </a:prstGeom>
        </p:spPr>
      </p:pic>
      <p:sp>
        <p:nvSpPr>
          <p:cNvPr id="108" name="ZoneTexte 1">
            <a:extLst>
              <a:ext uri="{FF2B5EF4-FFF2-40B4-BE49-F238E27FC236}">
                <a16:creationId xmlns:a16="http://schemas.microsoft.com/office/drawing/2014/main" id="{C041939B-22A2-0BC0-ADBD-30E8167DF530}"/>
              </a:ext>
            </a:extLst>
          </p:cNvPr>
          <p:cNvSpPr txBox="1"/>
          <p:nvPr/>
        </p:nvSpPr>
        <p:spPr bwMode="auto">
          <a:xfrm>
            <a:off x="8706920" y="651778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rgbClr val="916F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p:pic>
        <p:nvPicPr>
          <p:cNvPr id="4" name="Picture 3" descr="A pie chart with different colored sections&#10;&#10;Description automatically generated">
            <a:extLst>
              <a:ext uri="{FF2B5EF4-FFF2-40B4-BE49-F238E27FC236}">
                <a16:creationId xmlns:a16="http://schemas.microsoft.com/office/drawing/2014/main" id="{67B855D4-5848-2A6E-1515-047D232F8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35" y="1486078"/>
            <a:ext cx="6249708" cy="4205965"/>
          </a:xfrm>
          <a:prstGeom prst="rect">
            <a:avLst/>
          </a:prstGeom>
        </p:spPr>
      </p:pic>
      <p:pic>
        <p:nvPicPr>
          <p:cNvPr id="6" name="Picture 5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6E22C55E-EBC1-4A1B-0438-7246B67494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5" t="30091" r="35038" b="26773"/>
          <a:stretch/>
        </p:blipFill>
        <p:spPr>
          <a:xfrm>
            <a:off x="6876256" y="1404675"/>
            <a:ext cx="2072366" cy="2184386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C3D46071-B700-20CC-8822-AA220083EA1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3" t="39646" r="8263" b="35503"/>
          <a:stretch/>
        </p:blipFill>
        <p:spPr>
          <a:xfrm>
            <a:off x="81497" y="5513956"/>
            <a:ext cx="8867125" cy="10038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8480AA-2A88-B83D-3A55-4C5758D6984D}"/>
              </a:ext>
            </a:extLst>
          </p:cNvPr>
          <p:cNvSpPr txBox="1"/>
          <p:nvPr/>
        </p:nvSpPr>
        <p:spPr>
          <a:xfrm>
            <a:off x="2771800" y="464743"/>
            <a:ext cx="432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AirGenious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Interventions</a:t>
            </a:r>
          </a:p>
        </p:txBody>
      </p:sp>
    </p:spTree>
    <p:extLst>
      <p:ext uri="{BB962C8B-B14F-4D97-AF65-F5344CB8AC3E}">
        <p14:creationId xmlns:p14="http://schemas.microsoft.com/office/powerpoint/2010/main" val="1450795086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DISP_modele_ppt_20190305-1">
  <a:themeElements>
    <a:clrScheme name="DISP">
      <a:dk1>
        <a:srgbClr val="000000"/>
      </a:dk1>
      <a:lt1>
        <a:srgbClr val="FFFFFF"/>
      </a:lt1>
      <a:dk2>
        <a:srgbClr val="175FA3"/>
      </a:dk2>
      <a:lt2>
        <a:srgbClr val="98BCDB"/>
      </a:lt2>
      <a:accent1>
        <a:srgbClr val="009EE0"/>
      </a:accent1>
      <a:accent2>
        <a:srgbClr val="009680"/>
      </a:accent2>
      <a:accent3>
        <a:srgbClr val="F18E00"/>
      </a:accent3>
      <a:accent4>
        <a:srgbClr val="E5322C"/>
      </a:accent4>
      <a:accent5>
        <a:srgbClr val="DC006B"/>
      </a:accent5>
      <a:accent6>
        <a:srgbClr val="84BA17"/>
      </a:accent6>
      <a:hlink>
        <a:srgbClr val="009EE0"/>
      </a:hlink>
      <a:folHlink>
        <a:srgbClr val="F18E00"/>
      </a:folHlink>
    </a:clrScheme>
    <a:fontScheme name="Fusion">
      <a:majorFont>
        <a:latin typeface="Tahoma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Fusio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ntents Slide Master">
  <a:themeElements>
    <a:clrScheme name="2019-Medic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DISP_modele_ppt_20190305-1</Template>
  <TotalTime>0</TotalTime>
  <Words>2186</Words>
  <Application>Microsoft Office PowerPoint</Application>
  <DocSecurity>0</DocSecurity>
  <PresentationFormat>On-screen Show (4:3)</PresentationFormat>
  <Paragraphs>774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Symbol</vt:lpstr>
      <vt:lpstr>Tahoma</vt:lpstr>
      <vt:lpstr>Times New Roman</vt:lpstr>
      <vt:lpstr>Wingdings</vt:lpstr>
      <vt:lpstr>DISP_modele_ppt_20190305-1</vt:lpstr>
      <vt:lpstr>Contents Slide Master</vt:lpstr>
      <vt:lpstr>AirGenious Interventions</vt:lpstr>
      <vt:lpstr>AirGenious Interventions</vt:lpstr>
      <vt:lpstr>AirGenious Data Results</vt:lpstr>
      <vt:lpstr>Analyzing  AirGenious Data Results</vt:lpstr>
      <vt:lpstr>Analyzing  AirGenious Data Results</vt:lpstr>
      <vt:lpstr>Analyzing  AirGenious Data Results</vt:lpstr>
      <vt:lpstr>Analyzing  AirGenious Data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INSA Lyon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areymond1</dc:creator>
  <cp:keywords/>
  <dc:description/>
  <cp:lastModifiedBy>Yasaman Kakaei Siahkal</cp:lastModifiedBy>
  <cp:revision>349</cp:revision>
  <dcterms:created xsi:type="dcterms:W3CDTF">2019-03-07T13:44:12Z</dcterms:created>
  <dcterms:modified xsi:type="dcterms:W3CDTF">2026-04-01T13:42:19Z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