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9" r:id="rId2"/>
  </p:sldMasterIdLst>
  <p:notesMasterIdLst>
    <p:notesMasterId r:id="rId6"/>
  </p:notesMasterIdLst>
  <p:sldIdLst>
    <p:sldId id="1183" r:id="rId3"/>
    <p:sldId id="1142" r:id="rId4"/>
    <p:sldId id="1159" r:id="rId5"/>
  </p:sldIdLst>
  <p:sldSz cx="9144000" cy="6858000" type="screen4x3"/>
  <p:notesSz cx="9144000" cy="6858000"/>
  <p:defaultTextStyle>
    <a:defPPr>
      <a:defRPr lang="fr-FR"/>
    </a:defPPr>
    <a:lvl1pPr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5pPr>
    <a:lvl6pPr marL="2286000" algn="l" defTabSz="914400">
      <a:defRPr>
        <a:solidFill>
          <a:schemeClr val="tx1"/>
        </a:solidFill>
        <a:latin typeface="Tahoma"/>
        <a:ea typeface="+mn-ea"/>
        <a:cs typeface="+mn-cs"/>
      </a:defRPr>
    </a:lvl6pPr>
    <a:lvl7pPr marL="2743200" algn="l" defTabSz="914400">
      <a:defRPr>
        <a:solidFill>
          <a:schemeClr val="tx1"/>
        </a:solidFill>
        <a:latin typeface="Tahoma"/>
        <a:ea typeface="+mn-ea"/>
        <a:cs typeface="+mn-cs"/>
      </a:defRPr>
    </a:lvl7pPr>
    <a:lvl8pPr marL="3200400" algn="l" defTabSz="914400">
      <a:defRPr>
        <a:solidFill>
          <a:schemeClr val="tx1"/>
        </a:solidFill>
        <a:latin typeface="Tahoma"/>
        <a:ea typeface="+mn-ea"/>
        <a:cs typeface="+mn-cs"/>
      </a:defRPr>
    </a:lvl8pPr>
    <a:lvl9pPr marL="3657600" algn="l" defTabSz="914400">
      <a:defRPr>
        <a:solidFill>
          <a:schemeClr val="tx1"/>
        </a:solidFill>
        <a:latin typeface="Tahoma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73844" autoAdjust="0"/>
  </p:normalViewPr>
  <p:slideViewPr>
    <p:cSldViewPr>
      <p:cViewPr varScale="1">
        <p:scale>
          <a:sx n="81" d="100"/>
          <a:sy n="81" d="100"/>
        </p:scale>
        <p:origin x="25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man Kakaei Siahkal" userId="df6c99be-c13c-49bf-83a8-8c73dfdb3d0e" providerId="ADAL" clId="{8F3639DE-4B85-4A17-933E-BB8EDE6D47D1}"/>
    <pc:docChg chg="undo custSel addSld delSld">
      <pc:chgData name="Yasaman Kakaei Siahkal" userId="df6c99be-c13c-49bf-83a8-8c73dfdb3d0e" providerId="ADAL" clId="{8F3639DE-4B85-4A17-933E-BB8EDE6D47D1}" dt="2026-04-01T13:43:51.958" v="57" actId="47"/>
      <pc:docMkLst>
        <pc:docMk/>
      </pc:docMkLst>
      <pc:sldChg chg="del">
        <pc:chgData name="Yasaman Kakaei Siahkal" userId="df6c99be-c13c-49bf-83a8-8c73dfdb3d0e" providerId="ADAL" clId="{8F3639DE-4B85-4A17-933E-BB8EDE6D47D1}" dt="2026-04-01T13:42:32.193" v="0" actId="47"/>
        <pc:sldMkLst>
          <pc:docMk/>
          <pc:sldMk cId="0" sldId="256"/>
        </pc:sldMkLst>
      </pc:sldChg>
      <pc:sldChg chg="del">
        <pc:chgData name="Yasaman Kakaei Siahkal" userId="df6c99be-c13c-49bf-83a8-8c73dfdb3d0e" providerId="ADAL" clId="{8F3639DE-4B85-4A17-933E-BB8EDE6D47D1}" dt="2026-04-01T13:43:25.485" v="28" actId="47"/>
        <pc:sldMkLst>
          <pc:docMk/>
          <pc:sldMk cId="1836825329" sldId="258"/>
        </pc:sldMkLst>
      </pc:sldChg>
      <pc:sldChg chg="del">
        <pc:chgData name="Yasaman Kakaei Siahkal" userId="df6c99be-c13c-49bf-83a8-8c73dfdb3d0e" providerId="ADAL" clId="{8F3639DE-4B85-4A17-933E-BB8EDE6D47D1}" dt="2026-04-01T13:43:32.611" v="41" actId="47"/>
        <pc:sldMkLst>
          <pc:docMk/>
          <pc:sldMk cId="875424264" sldId="266"/>
        </pc:sldMkLst>
      </pc:sldChg>
      <pc:sldChg chg="del">
        <pc:chgData name="Yasaman Kakaei Siahkal" userId="df6c99be-c13c-49bf-83a8-8c73dfdb3d0e" providerId="ADAL" clId="{8F3639DE-4B85-4A17-933E-BB8EDE6D47D1}" dt="2026-04-01T13:43:27.799" v="32" actId="47"/>
        <pc:sldMkLst>
          <pc:docMk/>
          <pc:sldMk cId="1878813060" sldId="972"/>
        </pc:sldMkLst>
      </pc:sldChg>
      <pc:sldChg chg="del">
        <pc:chgData name="Yasaman Kakaei Siahkal" userId="df6c99be-c13c-49bf-83a8-8c73dfdb3d0e" providerId="ADAL" clId="{8F3639DE-4B85-4A17-933E-BB8EDE6D47D1}" dt="2026-04-01T13:43:11.885" v="14" actId="47"/>
        <pc:sldMkLst>
          <pc:docMk/>
          <pc:sldMk cId="2367248282" sldId="975"/>
        </pc:sldMkLst>
      </pc:sldChg>
      <pc:sldChg chg="del">
        <pc:chgData name="Yasaman Kakaei Siahkal" userId="df6c99be-c13c-49bf-83a8-8c73dfdb3d0e" providerId="ADAL" clId="{8F3639DE-4B85-4A17-933E-BB8EDE6D47D1}" dt="2026-04-01T13:43:11.083" v="13" actId="47"/>
        <pc:sldMkLst>
          <pc:docMk/>
          <pc:sldMk cId="503989862" sldId="994"/>
        </pc:sldMkLst>
      </pc:sldChg>
      <pc:sldChg chg="del">
        <pc:chgData name="Yasaman Kakaei Siahkal" userId="df6c99be-c13c-49bf-83a8-8c73dfdb3d0e" providerId="ADAL" clId="{8F3639DE-4B85-4A17-933E-BB8EDE6D47D1}" dt="2026-04-01T13:43:10.010" v="12" actId="47"/>
        <pc:sldMkLst>
          <pc:docMk/>
          <pc:sldMk cId="176005227" sldId="1025"/>
        </pc:sldMkLst>
      </pc:sldChg>
      <pc:sldChg chg="del">
        <pc:chgData name="Yasaman Kakaei Siahkal" userId="df6c99be-c13c-49bf-83a8-8c73dfdb3d0e" providerId="ADAL" clId="{8F3639DE-4B85-4A17-933E-BB8EDE6D47D1}" dt="2026-04-01T13:43:12.483" v="15" actId="47"/>
        <pc:sldMkLst>
          <pc:docMk/>
          <pc:sldMk cId="723429267" sldId="1062"/>
        </pc:sldMkLst>
      </pc:sldChg>
      <pc:sldChg chg="del">
        <pc:chgData name="Yasaman Kakaei Siahkal" userId="df6c99be-c13c-49bf-83a8-8c73dfdb3d0e" providerId="ADAL" clId="{8F3639DE-4B85-4A17-933E-BB8EDE6D47D1}" dt="2026-04-01T13:43:13.064" v="16" actId="47"/>
        <pc:sldMkLst>
          <pc:docMk/>
          <pc:sldMk cId="1602168183" sldId="1063"/>
        </pc:sldMkLst>
      </pc:sldChg>
      <pc:sldChg chg="del">
        <pc:chgData name="Yasaman Kakaei Siahkal" userId="df6c99be-c13c-49bf-83a8-8c73dfdb3d0e" providerId="ADAL" clId="{8F3639DE-4B85-4A17-933E-BB8EDE6D47D1}" dt="2026-04-01T13:43:13.619" v="17" actId="47"/>
        <pc:sldMkLst>
          <pc:docMk/>
          <pc:sldMk cId="4004929604" sldId="1085"/>
        </pc:sldMkLst>
      </pc:sldChg>
      <pc:sldChg chg="del">
        <pc:chgData name="Yasaman Kakaei Siahkal" userId="df6c99be-c13c-49bf-83a8-8c73dfdb3d0e" providerId="ADAL" clId="{8F3639DE-4B85-4A17-933E-BB8EDE6D47D1}" dt="2026-04-01T13:43:29.875" v="35" actId="47"/>
        <pc:sldMkLst>
          <pc:docMk/>
          <pc:sldMk cId="2359264440" sldId="1093"/>
        </pc:sldMkLst>
      </pc:sldChg>
      <pc:sldChg chg="del">
        <pc:chgData name="Yasaman Kakaei Siahkal" userId="df6c99be-c13c-49bf-83a8-8c73dfdb3d0e" providerId="ADAL" clId="{8F3639DE-4B85-4A17-933E-BB8EDE6D47D1}" dt="2026-04-01T13:43:35.587" v="46" actId="47"/>
        <pc:sldMkLst>
          <pc:docMk/>
          <pc:sldMk cId="675591680" sldId="1094"/>
        </pc:sldMkLst>
      </pc:sldChg>
      <pc:sldChg chg="del">
        <pc:chgData name="Yasaman Kakaei Siahkal" userId="df6c99be-c13c-49bf-83a8-8c73dfdb3d0e" providerId="ADAL" clId="{8F3639DE-4B85-4A17-933E-BB8EDE6D47D1}" dt="2026-04-01T13:43:13.993" v="18" actId="47"/>
        <pc:sldMkLst>
          <pc:docMk/>
          <pc:sldMk cId="3556657063" sldId="1095"/>
        </pc:sldMkLst>
      </pc:sldChg>
      <pc:sldChg chg="del">
        <pc:chgData name="Yasaman Kakaei Siahkal" userId="df6c99be-c13c-49bf-83a8-8c73dfdb3d0e" providerId="ADAL" clId="{8F3639DE-4B85-4A17-933E-BB8EDE6D47D1}" dt="2026-04-01T13:43:14.465" v="19" actId="47"/>
        <pc:sldMkLst>
          <pc:docMk/>
          <pc:sldMk cId="1234587524" sldId="1096"/>
        </pc:sldMkLst>
      </pc:sldChg>
      <pc:sldChg chg="del">
        <pc:chgData name="Yasaman Kakaei Siahkal" userId="df6c99be-c13c-49bf-83a8-8c73dfdb3d0e" providerId="ADAL" clId="{8F3639DE-4B85-4A17-933E-BB8EDE6D47D1}" dt="2026-04-01T13:43:14.857" v="20" actId="47"/>
        <pc:sldMkLst>
          <pc:docMk/>
          <pc:sldMk cId="3624731395" sldId="1097"/>
        </pc:sldMkLst>
      </pc:sldChg>
      <pc:sldChg chg="del">
        <pc:chgData name="Yasaman Kakaei Siahkal" userId="df6c99be-c13c-49bf-83a8-8c73dfdb3d0e" providerId="ADAL" clId="{8F3639DE-4B85-4A17-933E-BB8EDE6D47D1}" dt="2026-04-01T13:43:15.222" v="21" actId="47"/>
        <pc:sldMkLst>
          <pc:docMk/>
          <pc:sldMk cId="2540459514" sldId="1098"/>
        </pc:sldMkLst>
      </pc:sldChg>
      <pc:sldChg chg="add del">
        <pc:chgData name="Yasaman Kakaei Siahkal" userId="df6c99be-c13c-49bf-83a8-8c73dfdb3d0e" providerId="ADAL" clId="{8F3639DE-4B85-4A17-933E-BB8EDE6D47D1}" dt="2026-04-01T13:43:20.719" v="24" actId="47"/>
        <pc:sldMkLst>
          <pc:docMk/>
          <pc:sldMk cId="2245338301" sldId="1099"/>
        </pc:sldMkLst>
      </pc:sldChg>
      <pc:sldChg chg="del">
        <pc:chgData name="Yasaman Kakaei Siahkal" userId="df6c99be-c13c-49bf-83a8-8c73dfdb3d0e" providerId="ADAL" clId="{8F3639DE-4B85-4A17-933E-BB8EDE6D47D1}" dt="2026-04-01T13:43:28.900" v="33" actId="47"/>
        <pc:sldMkLst>
          <pc:docMk/>
          <pc:sldMk cId="3515131991" sldId="1102"/>
        </pc:sldMkLst>
      </pc:sldChg>
      <pc:sldChg chg="del">
        <pc:chgData name="Yasaman Kakaei Siahkal" userId="df6c99be-c13c-49bf-83a8-8c73dfdb3d0e" providerId="ADAL" clId="{8F3639DE-4B85-4A17-933E-BB8EDE6D47D1}" dt="2026-04-01T13:43:29.434" v="34" actId="47"/>
        <pc:sldMkLst>
          <pc:docMk/>
          <pc:sldMk cId="4183089359" sldId="1103"/>
        </pc:sldMkLst>
      </pc:sldChg>
      <pc:sldChg chg="del">
        <pc:chgData name="Yasaman Kakaei Siahkal" userId="df6c99be-c13c-49bf-83a8-8c73dfdb3d0e" providerId="ADAL" clId="{8F3639DE-4B85-4A17-933E-BB8EDE6D47D1}" dt="2026-04-01T13:43:26.714" v="30" actId="47"/>
        <pc:sldMkLst>
          <pc:docMk/>
          <pc:sldMk cId="4062285538" sldId="1105"/>
        </pc:sldMkLst>
      </pc:sldChg>
      <pc:sldChg chg="del">
        <pc:chgData name="Yasaman Kakaei Siahkal" userId="df6c99be-c13c-49bf-83a8-8c73dfdb3d0e" providerId="ADAL" clId="{8F3639DE-4B85-4A17-933E-BB8EDE6D47D1}" dt="2026-04-01T13:43:27.259" v="31" actId="47"/>
        <pc:sldMkLst>
          <pc:docMk/>
          <pc:sldMk cId="2739591345" sldId="1106"/>
        </pc:sldMkLst>
      </pc:sldChg>
      <pc:sldChg chg="del">
        <pc:chgData name="Yasaman Kakaei Siahkal" userId="df6c99be-c13c-49bf-83a8-8c73dfdb3d0e" providerId="ADAL" clId="{8F3639DE-4B85-4A17-933E-BB8EDE6D47D1}" dt="2026-04-01T13:43:21.490" v="25" actId="47"/>
        <pc:sldMkLst>
          <pc:docMk/>
          <pc:sldMk cId="3656877033" sldId="1117"/>
        </pc:sldMkLst>
      </pc:sldChg>
      <pc:sldChg chg="del">
        <pc:chgData name="Yasaman Kakaei Siahkal" userId="df6c99be-c13c-49bf-83a8-8c73dfdb3d0e" providerId="ADAL" clId="{8F3639DE-4B85-4A17-933E-BB8EDE6D47D1}" dt="2026-04-01T13:43:30.582" v="37" actId="47"/>
        <pc:sldMkLst>
          <pc:docMk/>
          <pc:sldMk cId="2709826930" sldId="1118"/>
        </pc:sldMkLst>
      </pc:sldChg>
      <pc:sldChg chg="del">
        <pc:chgData name="Yasaman Kakaei Siahkal" userId="df6c99be-c13c-49bf-83a8-8c73dfdb3d0e" providerId="ADAL" clId="{8F3639DE-4B85-4A17-933E-BB8EDE6D47D1}" dt="2026-04-01T13:43:22.213" v="26" actId="47"/>
        <pc:sldMkLst>
          <pc:docMk/>
          <pc:sldMk cId="2671919079" sldId="1119"/>
        </pc:sldMkLst>
      </pc:sldChg>
      <pc:sldChg chg="del">
        <pc:chgData name="Yasaman Kakaei Siahkal" userId="df6c99be-c13c-49bf-83a8-8c73dfdb3d0e" providerId="ADAL" clId="{8F3639DE-4B85-4A17-933E-BB8EDE6D47D1}" dt="2026-04-01T13:43:24.305" v="27" actId="47"/>
        <pc:sldMkLst>
          <pc:docMk/>
          <pc:sldMk cId="2391247812" sldId="1120"/>
        </pc:sldMkLst>
      </pc:sldChg>
      <pc:sldChg chg="del">
        <pc:chgData name="Yasaman Kakaei Siahkal" userId="df6c99be-c13c-49bf-83a8-8c73dfdb3d0e" providerId="ADAL" clId="{8F3639DE-4B85-4A17-933E-BB8EDE6D47D1}" dt="2026-04-01T13:43:32.171" v="40" actId="47"/>
        <pc:sldMkLst>
          <pc:docMk/>
          <pc:sldMk cId="1451449795" sldId="1121"/>
        </pc:sldMkLst>
      </pc:sldChg>
      <pc:sldChg chg="del">
        <pc:chgData name="Yasaman Kakaei Siahkal" userId="df6c99be-c13c-49bf-83a8-8c73dfdb3d0e" providerId="ADAL" clId="{8F3639DE-4B85-4A17-933E-BB8EDE6D47D1}" dt="2026-04-01T13:43:39.302" v="49" actId="47"/>
        <pc:sldMkLst>
          <pc:docMk/>
          <pc:sldMk cId="1268951798" sldId="1122"/>
        </pc:sldMkLst>
      </pc:sldChg>
      <pc:sldChg chg="del">
        <pc:chgData name="Yasaman Kakaei Siahkal" userId="df6c99be-c13c-49bf-83a8-8c73dfdb3d0e" providerId="ADAL" clId="{8F3639DE-4B85-4A17-933E-BB8EDE6D47D1}" dt="2026-04-01T13:43:33.194" v="42" actId="47"/>
        <pc:sldMkLst>
          <pc:docMk/>
          <pc:sldMk cId="1481544388" sldId="1123"/>
        </pc:sldMkLst>
      </pc:sldChg>
      <pc:sldChg chg="del">
        <pc:chgData name="Yasaman Kakaei Siahkal" userId="df6c99be-c13c-49bf-83a8-8c73dfdb3d0e" providerId="ADAL" clId="{8F3639DE-4B85-4A17-933E-BB8EDE6D47D1}" dt="2026-04-01T13:43:33.636" v="43" actId="47"/>
        <pc:sldMkLst>
          <pc:docMk/>
          <pc:sldMk cId="2934538900" sldId="1124"/>
        </pc:sldMkLst>
      </pc:sldChg>
      <pc:sldChg chg="del">
        <pc:chgData name="Yasaman Kakaei Siahkal" userId="df6c99be-c13c-49bf-83a8-8c73dfdb3d0e" providerId="ADAL" clId="{8F3639DE-4B85-4A17-933E-BB8EDE6D47D1}" dt="2026-04-01T13:43:30.236" v="36" actId="47"/>
        <pc:sldMkLst>
          <pc:docMk/>
          <pc:sldMk cId="134102436" sldId="1125"/>
        </pc:sldMkLst>
      </pc:sldChg>
      <pc:sldChg chg="del">
        <pc:chgData name="Yasaman Kakaei Siahkal" userId="df6c99be-c13c-49bf-83a8-8c73dfdb3d0e" providerId="ADAL" clId="{8F3639DE-4B85-4A17-933E-BB8EDE6D47D1}" dt="2026-04-01T13:43:33.970" v="44" actId="47"/>
        <pc:sldMkLst>
          <pc:docMk/>
          <pc:sldMk cId="1501772284" sldId="1126"/>
        </pc:sldMkLst>
      </pc:sldChg>
      <pc:sldChg chg="del">
        <pc:chgData name="Yasaman Kakaei Siahkal" userId="df6c99be-c13c-49bf-83a8-8c73dfdb3d0e" providerId="ADAL" clId="{8F3639DE-4B85-4A17-933E-BB8EDE6D47D1}" dt="2026-04-01T13:43:31.132" v="38" actId="47"/>
        <pc:sldMkLst>
          <pc:docMk/>
          <pc:sldMk cId="3330594074" sldId="1129"/>
        </pc:sldMkLst>
      </pc:sldChg>
      <pc:sldChg chg="del">
        <pc:chgData name="Yasaman Kakaei Siahkal" userId="df6c99be-c13c-49bf-83a8-8c73dfdb3d0e" providerId="ADAL" clId="{8F3639DE-4B85-4A17-933E-BB8EDE6D47D1}" dt="2026-04-01T13:43:31.683" v="39" actId="47"/>
        <pc:sldMkLst>
          <pc:docMk/>
          <pc:sldMk cId="3472139460" sldId="1132"/>
        </pc:sldMkLst>
      </pc:sldChg>
      <pc:sldChg chg="del">
        <pc:chgData name="Yasaman Kakaei Siahkal" userId="df6c99be-c13c-49bf-83a8-8c73dfdb3d0e" providerId="ADAL" clId="{8F3639DE-4B85-4A17-933E-BB8EDE6D47D1}" dt="2026-04-01T13:43:26.083" v="29" actId="47"/>
        <pc:sldMkLst>
          <pc:docMk/>
          <pc:sldMk cId="3456162667" sldId="1149"/>
        </pc:sldMkLst>
      </pc:sldChg>
      <pc:sldChg chg="del">
        <pc:chgData name="Yasaman Kakaei Siahkal" userId="df6c99be-c13c-49bf-83a8-8c73dfdb3d0e" providerId="ADAL" clId="{8F3639DE-4B85-4A17-933E-BB8EDE6D47D1}" dt="2026-04-01T13:43:37.993" v="47" actId="47"/>
        <pc:sldMkLst>
          <pc:docMk/>
          <pc:sldMk cId="1963492268" sldId="1152"/>
        </pc:sldMkLst>
      </pc:sldChg>
      <pc:sldChg chg="del">
        <pc:chgData name="Yasaman Kakaei Siahkal" userId="df6c99be-c13c-49bf-83a8-8c73dfdb3d0e" providerId="ADAL" clId="{8F3639DE-4B85-4A17-933E-BB8EDE6D47D1}" dt="2026-04-01T13:43:38.608" v="48" actId="47"/>
        <pc:sldMkLst>
          <pc:docMk/>
          <pc:sldMk cId="1036321908" sldId="1153"/>
        </pc:sldMkLst>
      </pc:sldChg>
      <pc:sldChg chg="del">
        <pc:chgData name="Yasaman Kakaei Siahkal" userId="df6c99be-c13c-49bf-83a8-8c73dfdb3d0e" providerId="ADAL" clId="{8F3639DE-4B85-4A17-933E-BB8EDE6D47D1}" dt="2026-04-01T13:43:39.883" v="50" actId="47"/>
        <pc:sldMkLst>
          <pc:docMk/>
          <pc:sldMk cId="2941059329" sldId="1156"/>
        </pc:sldMkLst>
      </pc:sldChg>
      <pc:sldChg chg="del">
        <pc:chgData name="Yasaman Kakaei Siahkal" userId="df6c99be-c13c-49bf-83a8-8c73dfdb3d0e" providerId="ADAL" clId="{8F3639DE-4B85-4A17-933E-BB8EDE6D47D1}" dt="2026-04-01T13:43:35.226" v="45" actId="47"/>
        <pc:sldMkLst>
          <pc:docMk/>
          <pc:sldMk cId="3306200853" sldId="1158"/>
        </pc:sldMkLst>
      </pc:sldChg>
      <pc:sldChg chg="del">
        <pc:chgData name="Yasaman Kakaei Siahkal" userId="df6c99be-c13c-49bf-83a8-8c73dfdb3d0e" providerId="ADAL" clId="{8F3639DE-4B85-4A17-933E-BB8EDE6D47D1}" dt="2026-04-01T13:43:51.105" v="56" actId="47"/>
        <pc:sldMkLst>
          <pc:docMk/>
          <pc:sldMk cId="185060697" sldId="1160"/>
        </pc:sldMkLst>
      </pc:sldChg>
      <pc:sldChg chg="del">
        <pc:chgData name="Yasaman Kakaei Siahkal" userId="df6c99be-c13c-49bf-83a8-8c73dfdb3d0e" providerId="ADAL" clId="{8F3639DE-4B85-4A17-933E-BB8EDE6D47D1}" dt="2026-04-01T13:43:51.958" v="57" actId="47"/>
        <pc:sldMkLst>
          <pc:docMk/>
          <pc:sldMk cId="431853918" sldId="1162"/>
        </pc:sldMkLst>
      </pc:sldChg>
      <pc:sldChg chg="del">
        <pc:chgData name="Yasaman Kakaei Siahkal" userId="df6c99be-c13c-49bf-83a8-8c73dfdb3d0e" providerId="ADAL" clId="{8F3639DE-4B85-4A17-933E-BB8EDE6D47D1}" dt="2026-04-01T13:43:48.328" v="55" actId="47"/>
        <pc:sldMkLst>
          <pc:docMk/>
          <pc:sldMk cId="3654881368" sldId="1163"/>
        </pc:sldMkLst>
      </pc:sldChg>
      <pc:sldChg chg="del">
        <pc:chgData name="Yasaman Kakaei Siahkal" userId="df6c99be-c13c-49bf-83a8-8c73dfdb3d0e" providerId="ADAL" clId="{8F3639DE-4B85-4A17-933E-BB8EDE6D47D1}" dt="2026-04-01T13:43:46.685" v="54" actId="47"/>
        <pc:sldMkLst>
          <pc:docMk/>
          <pc:sldMk cId="4007828544" sldId="1164"/>
        </pc:sldMkLst>
      </pc:sldChg>
      <pc:sldChg chg="del">
        <pc:chgData name="Yasaman Kakaei Siahkal" userId="df6c99be-c13c-49bf-83a8-8c73dfdb3d0e" providerId="ADAL" clId="{8F3639DE-4B85-4A17-933E-BB8EDE6D47D1}" dt="2026-04-01T13:43:42.558" v="53" actId="47"/>
        <pc:sldMkLst>
          <pc:docMk/>
          <pc:sldMk cId="1210532634" sldId="1166"/>
        </pc:sldMkLst>
      </pc:sldChg>
      <pc:sldChg chg="del">
        <pc:chgData name="Yasaman Kakaei Siahkal" userId="df6c99be-c13c-49bf-83a8-8c73dfdb3d0e" providerId="ADAL" clId="{8F3639DE-4B85-4A17-933E-BB8EDE6D47D1}" dt="2026-04-01T13:42:32.783" v="1" actId="47"/>
        <pc:sldMkLst>
          <pc:docMk/>
          <pc:sldMk cId="0" sldId="1170"/>
        </pc:sldMkLst>
      </pc:sldChg>
      <pc:sldChg chg="del">
        <pc:chgData name="Yasaman Kakaei Siahkal" userId="df6c99be-c13c-49bf-83a8-8c73dfdb3d0e" providerId="ADAL" clId="{8F3639DE-4B85-4A17-933E-BB8EDE6D47D1}" dt="2026-04-01T13:42:45.885" v="5" actId="47"/>
        <pc:sldMkLst>
          <pc:docMk/>
          <pc:sldMk cId="1298220653" sldId="1171"/>
        </pc:sldMkLst>
      </pc:sldChg>
      <pc:sldChg chg="del">
        <pc:chgData name="Yasaman Kakaei Siahkal" userId="df6c99be-c13c-49bf-83a8-8c73dfdb3d0e" providerId="ADAL" clId="{8F3639DE-4B85-4A17-933E-BB8EDE6D47D1}" dt="2026-04-01T13:42:46.546" v="6" actId="47"/>
        <pc:sldMkLst>
          <pc:docMk/>
          <pc:sldMk cId="2481326504" sldId="1172"/>
        </pc:sldMkLst>
      </pc:sldChg>
      <pc:sldChg chg="del">
        <pc:chgData name="Yasaman Kakaei Siahkal" userId="df6c99be-c13c-49bf-83a8-8c73dfdb3d0e" providerId="ADAL" clId="{8F3639DE-4B85-4A17-933E-BB8EDE6D47D1}" dt="2026-04-01T13:42:43.354" v="3" actId="47"/>
        <pc:sldMkLst>
          <pc:docMk/>
          <pc:sldMk cId="1334417489" sldId="1173"/>
        </pc:sldMkLst>
      </pc:sldChg>
      <pc:sldChg chg="del">
        <pc:chgData name="Yasaman Kakaei Siahkal" userId="df6c99be-c13c-49bf-83a8-8c73dfdb3d0e" providerId="ADAL" clId="{8F3639DE-4B85-4A17-933E-BB8EDE6D47D1}" dt="2026-04-01T13:42:45.083" v="4" actId="47"/>
        <pc:sldMkLst>
          <pc:docMk/>
          <pc:sldMk cId="3265277064" sldId="1174"/>
        </pc:sldMkLst>
      </pc:sldChg>
      <pc:sldChg chg="del">
        <pc:chgData name="Yasaman Kakaei Siahkal" userId="df6c99be-c13c-49bf-83a8-8c73dfdb3d0e" providerId="ADAL" clId="{8F3639DE-4B85-4A17-933E-BB8EDE6D47D1}" dt="2026-04-01T13:42:47.710" v="7" actId="47"/>
        <pc:sldMkLst>
          <pc:docMk/>
          <pc:sldMk cId="3870923454" sldId="1175"/>
        </pc:sldMkLst>
      </pc:sldChg>
      <pc:sldChg chg="del">
        <pc:chgData name="Yasaman Kakaei Siahkal" userId="df6c99be-c13c-49bf-83a8-8c73dfdb3d0e" providerId="ADAL" clId="{8F3639DE-4B85-4A17-933E-BB8EDE6D47D1}" dt="2026-04-01T13:42:42.300" v="2" actId="47"/>
        <pc:sldMkLst>
          <pc:docMk/>
          <pc:sldMk cId="1308968255" sldId="1176"/>
        </pc:sldMkLst>
      </pc:sldChg>
      <pc:sldChg chg="del">
        <pc:chgData name="Yasaman Kakaei Siahkal" userId="df6c99be-c13c-49bf-83a8-8c73dfdb3d0e" providerId="ADAL" clId="{8F3639DE-4B85-4A17-933E-BB8EDE6D47D1}" dt="2026-04-01T13:43:40.346" v="51" actId="47"/>
        <pc:sldMkLst>
          <pc:docMk/>
          <pc:sldMk cId="2122513887" sldId="1177"/>
        </pc:sldMkLst>
      </pc:sldChg>
      <pc:sldChg chg="del">
        <pc:chgData name="Yasaman Kakaei Siahkal" userId="df6c99be-c13c-49bf-83a8-8c73dfdb3d0e" providerId="ADAL" clId="{8F3639DE-4B85-4A17-933E-BB8EDE6D47D1}" dt="2026-04-01T13:43:41.263" v="52" actId="47"/>
        <pc:sldMkLst>
          <pc:docMk/>
          <pc:sldMk cId="1404093424" sldId="1178"/>
        </pc:sldMkLst>
      </pc:sldChg>
      <pc:sldChg chg="del">
        <pc:chgData name="Yasaman Kakaei Siahkal" userId="df6c99be-c13c-49bf-83a8-8c73dfdb3d0e" providerId="ADAL" clId="{8F3639DE-4B85-4A17-933E-BB8EDE6D47D1}" dt="2026-04-01T13:43:07.451" v="9" actId="47"/>
        <pc:sldMkLst>
          <pc:docMk/>
          <pc:sldMk cId="2099200495" sldId="1179"/>
        </pc:sldMkLst>
      </pc:sldChg>
      <pc:sldChg chg="del">
        <pc:chgData name="Yasaman Kakaei Siahkal" userId="df6c99be-c13c-49bf-83a8-8c73dfdb3d0e" providerId="ADAL" clId="{8F3639DE-4B85-4A17-933E-BB8EDE6D47D1}" dt="2026-04-01T13:43:04.883" v="8" actId="47"/>
        <pc:sldMkLst>
          <pc:docMk/>
          <pc:sldMk cId="182302814" sldId="1180"/>
        </pc:sldMkLst>
      </pc:sldChg>
      <pc:sldChg chg="del">
        <pc:chgData name="Yasaman Kakaei Siahkal" userId="df6c99be-c13c-49bf-83a8-8c73dfdb3d0e" providerId="ADAL" clId="{8F3639DE-4B85-4A17-933E-BB8EDE6D47D1}" dt="2026-04-01T13:43:08.706" v="10" actId="47"/>
        <pc:sldMkLst>
          <pc:docMk/>
          <pc:sldMk cId="1208572535" sldId="1181"/>
        </pc:sldMkLst>
      </pc:sldChg>
      <pc:sldChg chg="del">
        <pc:chgData name="Yasaman Kakaei Siahkal" userId="df6c99be-c13c-49bf-83a8-8c73dfdb3d0e" providerId="ADAL" clId="{8F3639DE-4B85-4A17-933E-BB8EDE6D47D1}" dt="2026-04-01T13:43:09.384" v="11" actId="47"/>
        <pc:sldMkLst>
          <pc:docMk/>
          <pc:sldMk cId="4130985416" sldId="1182"/>
        </pc:sldMkLst>
      </pc:sldChg>
      <pc:sldMasterChg chg="delSldLayout">
        <pc:chgData name="Yasaman Kakaei Siahkal" userId="df6c99be-c13c-49bf-83a8-8c73dfdb3d0e" providerId="ADAL" clId="{8F3639DE-4B85-4A17-933E-BB8EDE6D47D1}" dt="2026-04-01T13:42:32.783" v="1" actId="47"/>
        <pc:sldMasterMkLst>
          <pc:docMk/>
          <pc:sldMasterMk cId="0" sldId="2147483648"/>
        </pc:sldMasterMkLst>
        <pc:sldLayoutChg chg="del">
          <pc:chgData name="Yasaman Kakaei Siahkal" userId="df6c99be-c13c-49bf-83a8-8c73dfdb3d0e" providerId="ADAL" clId="{8F3639DE-4B85-4A17-933E-BB8EDE6D47D1}" dt="2026-04-01T13:42:32.783" v="1" actId="47"/>
          <pc:sldLayoutMkLst>
            <pc:docMk/>
            <pc:sldMasterMk cId="0" sldId="2147483648"/>
            <pc:sldLayoutMk cId="1878928918" sldId="2147483673"/>
          </pc:sldLayoutMkLst>
        </pc:sldLayoutChg>
      </pc:sldMasterChg>
    </pc:docChg>
  </pc:docChgLst>
  <pc:docChgLst>
    <pc:chgData name="Yasaman Kakaei Siahkal" userId="3a055718-efa7-4260-8c52-a0f17318531d" providerId="ADAL" clId="{A9B07E7A-0EC8-4741-8CDE-69C1F684D878}"/>
    <pc:docChg chg="undo custSel addSld delSld modSld sldOrd">
      <pc:chgData name="Yasaman Kakaei Siahkal" userId="3a055718-efa7-4260-8c52-a0f17318531d" providerId="ADAL" clId="{A9B07E7A-0EC8-4741-8CDE-69C1F684D878}" dt="2025-06-02T09:25:49.963" v="922"/>
      <pc:docMkLst>
        <pc:docMk/>
      </pc:docMkLst>
      <pc:sldChg chg="ord">
        <pc:chgData name="Yasaman Kakaei Siahkal" userId="3a055718-efa7-4260-8c52-a0f17318531d" providerId="ADAL" clId="{A9B07E7A-0EC8-4741-8CDE-69C1F684D878}" dt="2025-05-05T18:03:39.497" v="231"/>
        <pc:sldMkLst>
          <pc:docMk/>
          <pc:sldMk cId="675591680" sldId="1094"/>
        </pc:sldMkLst>
      </pc:sldChg>
      <pc:sldChg chg="add del ord">
        <pc:chgData name="Yasaman Kakaei Siahkal" userId="3a055718-efa7-4260-8c52-a0f17318531d" providerId="ADAL" clId="{A9B07E7A-0EC8-4741-8CDE-69C1F684D878}" dt="2025-05-05T18:03:39.497" v="231"/>
        <pc:sldMkLst>
          <pc:docMk/>
          <pc:sldMk cId="1268951798" sldId="1122"/>
        </pc:sldMkLst>
      </pc:sldChg>
      <pc:sldChg chg="addSp delSp modSp mod modAnim">
        <pc:chgData name="Yasaman Kakaei Siahkal" userId="3a055718-efa7-4260-8c52-a0f17318531d" providerId="ADAL" clId="{A9B07E7A-0EC8-4741-8CDE-69C1F684D878}" dt="2025-05-05T22:26:02.194" v="758"/>
        <pc:sldMkLst>
          <pc:docMk/>
          <pc:sldMk cId="2589828515" sldId="1142"/>
        </pc:sldMkLst>
      </pc:sldChg>
      <pc:sldChg chg="ord">
        <pc:chgData name="Yasaman Kakaei Siahkal" userId="3a055718-efa7-4260-8c52-a0f17318531d" providerId="ADAL" clId="{A9B07E7A-0EC8-4741-8CDE-69C1F684D878}" dt="2025-05-05T18:03:39.497" v="231"/>
        <pc:sldMkLst>
          <pc:docMk/>
          <pc:sldMk cId="1963492268" sldId="1152"/>
        </pc:sldMkLst>
      </pc:sldChg>
      <pc:sldChg chg="ord">
        <pc:chgData name="Yasaman Kakaei Siahkal" userId="3a055718-efa7-4260-8c52-a0f17318531d" providerId="ADAL" clId="{A9B07E7A-0EC8-4741-8CDE-69C1F684D878}" dt="2025-05-05T18:03:39.497" v="231"/>
        <pc:sldMkLst>
          <pc:docMk/>
          <pc:sldMk cId="1036321908" sldId="1153"/>
        </pc:sldMkLst>
      </pc:sldChg>
      <pc:sldChg chg="add del ord">
        <pc:chgData name="Yasaman Kakaei Siahkal" userId="3a055718-efa7-4260-8c52-a0f17318531d" providerId="ADAL" clId="{A9B07E7A-0EC8-4741-8CDE-69C1F684D878}" dt="2025-05-05T18:03:39.497" v="231"/>
        <pc:sldMkLst>
          <pc:docMk/>
          <pc:sldMk cId="2941059329" sldId="1156"/>
        </pc:sldMkLst>
      </pc:sldChg>
      <pc:sldChg chg="ord">
        <pc:chgData name="Yasaman Kakaei Siahkal" userId="3a055718-efa7-4260-8c52-a0f17318531d" providerId="ADAL" clId="{A9B07E7A-0EC8-4741-8CDE-69C1F684D878}" dt="2025-05-05T18:03:39.497" v="231"/>
        <pc:sldMkLst>
          <pc:docMk/>
          <pc:sldMk cId="3306200853" sldId="1158"/>
        </pc:sldMkLst>
      </pc:sldChg>
      <pc:sldChg chg="addSp modSp mod modAnim">
        <pc:chgData name="Yasaman Kakaei Siahkal" userId="3a055718-efa7-4260-8c52-a0f17318531d" providerId="ADAL" clId="{A9B07E7A-0EC8-4741-8CDE-69C1F684D878}" dt="2025-05-05T22:26:14.191" v="761"/>
        <pc:sldMkLst>
          <pc:docMk/>
          <pc:sldMk cId="1133054963" sldId="1159"/>
        </pc:sldMkLst>
      </pc:sldChg>
      <pc:sldChg chg="addSp delSp modSp mod modAnim">
        <pc:chgData name="Yasaman Kakaei Siahkal" userId="3a055718-efa7-4260-8c52-a0f17318531d" providerId="ADAL" clId="{A9B07E7A-0EC8-4741-8CDE-69C1F684D878}" dt="2025-05-05T22:26:17.315" v="762"/>
        <pc:sldMkLst>
          <pc:docMk/>
          <pc:sldMk cId="185060697" sldId="1160"/>
        </pc:sldMkLst>
      </pc:sldChg>
      <pc:sldChg chg="addSp modSp mod modAnim">
        <pc:chgData name="Yasaman Kakaei Siahkal" userId="3a055718-efa7-4260-8c52-a0f17318531d" providerId="ADAL" clId="{A9B07E7A-0EC8-4741-8CDE-69C1F684D878}" dt="2025-05-05T22:26:23.181" v="764"/>
        <pc:sldMkLst>
          <pc:docMk/>
          <pc:sldMk cId="431853918" sldId="1162"/>
        </pc:sldMkLst>
      </pc:sldChg>
      <pc:sldChg chg="addSp delSp modSp mod delAnim modAnim modNotesTx">
        <pc:chgData name="Yasaman Kakaei Siahkal" userId="3a055718-efa7-4260-8c52-a0f17318531d" providerId="ADAL" clId="{A9B07E7A-0EC8-4741-8CDE-69C1F684D878}" dt="2025-05-06T06:08:40.910" v="878"/>
        <pc:sldMkLst>
          <pc:docMk/>
          <pc:sldMk cId="3654881368" sldId="1163"/>
        </pc:sldMkLst>
      </pc:sldChg>
      <pc:sldChg chg="addSp delSp modSp mod delAnim modAnim modNotesTx">
        <pc:chgData name="Yasaman Kakaei Siahkal" userId="3a055718-efa7-4260-8c52-a0f17318531d" providerId="ADAL" clId="{A9B07E7A-0EC8-4741-8CDE-69C1F684D878}" dt="2025-05-06T06:56:48.239" v="921" actId="1076"/>
        <pc:sldMkLst>
          <pc:docMk/>
          <pc:sldMk cId="4007828544" sldId="1164"/>
        </pc:sldMkLst>
      </pc:sldChg>
      <pc:sldChg chg="addSp delSp modSp mod modAnim">
        <pc:chgData name="Yasaman Kakaei Siahkal" userId="3a055718-efa7-4260-8c52-a0f17318531d" providerId="ADAL" clId="{A9B07E7A-0EC8-4741-8CDE-69C1F684D878}" dt="2025-05-05T22:27:20.153" v="776"/>
        <pc:sldMkLst>
          <pc:docMk/>
          <pc:sldMk cId="1210532634" sldId="1166"/>
        </pc:sldMkLst>
      </pc:sldChg>
      <pc:sldChg chg="addSp modSp del mod">
        <pc:chgData name="Yasaman Kakaei Siahkal" userId="3a055718-efa7-4260-8c52-a0f17318531d" providerId="ADAL" clId="{A9B07E7A-0EC8-4741-8CDE-69C1F684D878}" dt="2025-05-05T18:19:55.826" v="362" actId="47"/>
        <pc:sldMkLst>
          <pc:docMk/>
          <pc:sldMk cId="3788769082" sldId="1167"/>
        </pc:sldMkLst>
      </pc:sldChg>
      <pc:sldChg chg="add del">
        <pc:chgData name="Yasaman Kakaei Siahkal" userId="3a055718-efa7-4260-8c52-a0f17318531d" providerId="ADAL" clId="{A9B07E7A-0EC8-4741-8CDE-69C1F684D878}" dt="2025-05-05T17:57:00.417" v="120" actId="47"/>
        <pc:sldMkLst>
          <pc:docMk/>
          <pc:sldMk cId="2375076478" sldId="1169"/>
        </pc:sldMkLst>
      </pc:sldChg>
      <pc:sldChg chg="modSp mod">
        <pc:chgData name="Yasaman Kakaei Siahkal" userId="3a055718-efa7-4260-8c52-a0f17318531d" providerId="ADAL" clId="{A9B07E7A-0EC8-4741-8CDE-69C1F684D878}" dt="2025-05-05T21:22:17.254" v="690" actId="20577"/>
        <pc:sldMkLst>
          <pc:docMk/>
          <pc:sldMk cId="0" sldId="1170"/>
        </pc:sldMkLst>
      </pc:sldChg>
      <pc:sldChg chg="delSp modSp mod modAnim">
        <pc:chgData name="Yasaman Kakaei Siahkal" userId="3a055718-efa7-4260-8c52-a0f17318531d" providerId="ADAL" clId="{A9B07E7A-0EC8-4741-8CDE-69C1F684D878}" dt="2025-05-05T21:38:24.251" v="736"/>
        <pc:sldMkLst>
          <pc:docMk/>
          <pc:sldMk cId="1298220653" sldId="1171"/>
        </pc:sldMkLst>
      </pc:sldChg>
      <pc:sldChg chg="modSp mod modAnim modNotesTx">
        <pc:chgData name="Yasaman Kakaei Siahkal" userId="3a055718-efa7-4260-8c52-a0f17318531d" providerId="ADAL" clId="{A9B07E7A-0EC8-4741-8CDE-69C1F684D878}" dt="2025-05-06T03:37:03.829" v="788" actId="20577"/>
        <pc:sldMkLst>
          <pc:docMk/>
          <pc:sldMk cId="2481326504" sldId="1172"/>
        </pc:sldMkLst>
      </pc:sldChg>
      <pc:sldChg chg="modSp mod modAnim">
        <pc:chgData name="Yasaman Kakaei Siahkal" userId="3a055718-efa7-4260-8c52-a0f17318531d" providerId="ADAL" clId="{A9B07E7A-0EC8-4741-8CDE-69C1F684D878}" dt="2025-05-06T06:52:52.711" v="918" actId="20577"/>
        <pc:sldMkLst>
          <pc:docMk/>
          <pc:sldMk cId="1334417489" sldId="1173"/>
        </pc:sldMkLst>
      </pc:sldChg>
      <pc:sldChg chg="modSp mod modAnim">
        <pc:chgData name="Yasaman Kakaei Siahkal" userId="3a055718-efa7-4260-8c52-a0f17318531d" providerId="ADAL" clId="{A9B07E7A-0EC8-4741-8CDE-69C1F684D878}" dt="2025-05-06T04:04:42.457" v="790" actId="20577"/>
        <pc:sldMkLst>
          <pc:docMk/>
          <pc:sldMk cId="3265277064" sldId="1174"/>
        </pc:sldMkLst>
      </pc:sldChg>
      <pc:sldChg chg="modSp mod modAnim">
        <pc:chgData name="Yasaman Kakaei Siahkal" userId="3a055718-efa7-4260-8c52-a0f17318531d" providerId="ADAL" clId="{A9B07E7A-0EC8-4741-8CDE-69C1F684D878}" dt="2025-05-05T22:25:11.431" v="746"/>
        <pc:sldMkLst>
          <pc:docMk/>
          <pc:sldMk cId="3870923454" sldId="1175"/>
        </pc:sldMkLst>
      </pc:sldChg>
      <pc:sldChg chg="addSp delSp modSp add mod modAnim">
        <pc:chgData name="Yasaman Kakaei Siahkal" userId="3a055718-efa7-4260-8c52-a0f17318531d" providerId="ADAL" clId="{A9B07E7A-0EC8-4741-8CDE-69C1F684D878}" dt="2025-05-06T04:36:07.573" v="796" actId="14100"/>
        <pc:sldMkLst>
          <pc:docMk/>
          <pc:sldMk cId="1308968255" sldId="1176"/>
        </pc:sldMkLst>
      </pc:sldChg>
      <pc:sldChg chg="addSp delSp modSp add mod ord modAnim">
        <pc:chgData name="Yasaman Kakaei Siahkal" userId="3a055718-efa7-4260-8c52-a0f17318531d" providerId="ADAL" clId="{A9B07E7A-0EC8-4741-8CDE-69C1F684D878}" dt="2025-05-06T04:36:33.796" v="798"/>
        <pc:sldMkLst>
          <pc:docMk/>
          <pc:sldMk cId="2122513887" sldId="1177"/>
        </pc:sldMkLst>
      </pc:sldChg>
      <pc:sldChg chg="modSp add mod ord modAnim">
        <pc:chgData name="Yasaman Kakaei Siahkal" userId="3a055718-efa7-4260-8c52-a0f17318531d" providerId="ADAL" clId="{A9B07E7A-0EC8-4741-8CDE-69C1F684D878}" dt="2025-05-05T22:27:24.244" v="777"/>
        <pc:sldMkLst>
          <pc:docMk/>
          <pc:sldMk cId="1404093424" sldId="1178"/>
        </pc:sldMkLst>
      </pc:sldChg>
      <pc:sldChg chg="addSp delSp modSp add mod">
        <pc:chgData name="Yasaman Kakaei Siahkal" userId="3a055718-efa7-4260-8c52-a0f17318531d" providerId="ADAL" clId="{A9B07E7A-0EC8-4741-8CDE-69C1F684D878}" dt="2025-05-05T18:33:32.342" v="523" actId="14734"/>
        <pc:sldMkLst>
          <pc:docMk/>
          <pc:sldMk cId="2099200495" sldId="1179"/>
        </pc:sldMkLst>
      </pc:sldChg>
      <pc:sldChg chg="delSp modSp add mod ord modAnim">
        <pc:chgData name="Yasaman Kakaei Siahkal" userId="3a055718-efa7-4260-8c52-a0f17318531d" providerId="ADAL" clId="{A9B07E7A-0EC8-4741-8CDE-69C1F684D878}" dt="2025-05-06T06:19:07.936" v="917" actId="20577"/>
        <pc:sldMkLst>
          <pc:docMk/>
          <pc:sldMk cId="182302814" sldId="1180"/>
        </pc:sldMkLst>
      </pc:sldChg>
      <pc:sldChg chg="addSp delSp modSp add mod modAnim">
        <pc:chgData name="Yasaman Kakaei Siahkal" userId="3a055718-efa7-4260-8c52-a0f17318531d" providerId="ADAL" clId="{A9B07E7A-0EC8-4741-8CDE-69C1F684D878}" dt="2025-05-05T22:28:23.405" v="784"/>
        <pc:sldMkLst>
          <pc:docMk/>
          <pc:sldMk cId="1208572535" sldId="1181"/>
        </pc:sldMkLst>
      </pc:sldChg>
      <pc:sldChg chg="addSp delSp modSp add mod">
        <pc:chgData name="Yasaman Kakaei Siahkal" userId="3a055718-efa7-4260-8c52-a0f17318531d" providerId="ADAL" clId="{A9B07E7A-0EC8-4741-8CDE-69C1F684D878}" dt="2025-05-05T22:37:54.701" v="786" actId="1076"/>
        <pc:sldMkLst>
          <pc:docMk/>
          <pc:sldMk cId="4130985416" sldId="1182"/>
        </pc:sldMkLst>
      </pc:sldChg>
      <pc:sldChg chg="add">
        <pc:chgData name="Yasaman Kakaei Siahkal" userId="3a055718-efa7-4260-8c52-a0f17318531d" providerId="ADAL" clId="{A9B07E7A-0EC8-4741-8CDE-69C1F684D878}" dt="2025-06-02T09:25:49.963" v="922"/>
        <pc:sldMkLst>
          <pc:docMk/>
          <pc:sldMk cId="1038204635" sldId="11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AB47E-275D-4686-9E14-00C322600FB4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5D23-DEDE-470D-8B9E-61469809FF2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94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70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17" descr="800x600"/>
          <p:cNvPicPr>
            <a:picLocks noChangeAspect="1" noChangeArrowheads="1"/>
          </p:cNvPicPr>
          <p:nvPr userDrawn="1"/>
        </p:nvPicPr>
        <p:blipFill>
          <a:blip r:embed="rId2"/>
          <a:stretch/>
        </p:blipFill>
        <p:spPr bwMode="auto">
          <a:xfrm>
            <a:off x="0" y="2266950"/>
            <a:ext cx="1752599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8"/>
          <p:cNvSpPr>
            <a:spLocks noChangeArrowheads="1"/>
          </p:cNvSpPr>
          <p:nvPr userDrawn="1"/>
        </p:nvSpPr>
        <p:spPr bwMode="gray">
          <a:xfrm>
            <a:off x="1465263" y="3430588"/>
            <a:ext cx="7450137" cy="74612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9pPr>
          </a:lstStyle>
          <a:p>
            <a:pPr algn="ctr">
              <a:defRPr/>
            </a:pPr>
            <a:endParaRPr lang="fr-FR" sz="240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/>
          <a:srcRect t="9105" b="14795"/>
          <a:stretch/>
        </p:blipFill>
        <p:spPr bwMode="auto">
          <a:xfrm>
            <a:off x="2364173" y="5787993"/>
            <a:ext cx="1951037" cy="53181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 userDrawn="1"/>
        </p:nvPicPr>
        <p:blipFill>
          <a:blip r:embed="rId4"/>
          <a:stretch/>
        </p:blipFill>
        <p:spPr bwMode="auto">
          <a:xfrm>
            <a:off x="7518522" y="5809583"/>
            <a:ext cx="939678" cy="488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5" descr="http://envue.insa-lyon.fr/Logotype2014/img_logotype-gr/jpg/logo-coul.jpg"/>
          <p:cNvPicPr>
            <a:picLocks noChangeAspect="1" noChangeArrowheads="1"/>
          </p:cNvPicPr>
          <p:nvPr userDrawn="1"/>
        </p:nvPicPr>
        <p:blipFill>
          <a:blip r:embed="rId5"/>
          <a:stretch/>
        </p:blipFill>
        <p:spPr bwMode="auto">
          <a:xfrm>
            <a:off x="685800" y="5867368"/>
            <a:ext cx="1289050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1981200" y="990600"/>
            <a:ext cx="6781800" cy="2147888"/>
          </a:xfrm>
        </p:spPr>
        <p:txBody>
          <a:bodyPr/>
          <a:lstStyle>
            <a:lvl1pPr algn="ctr">
              <a:defRPr sz="4000"/>
            </a:lvl1pPr>
          </a:lstStyle>
          <a:p>
            <a:pPr lvl="0"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81200" y="3886200"/>
            <a:ext cx="6781800" cy="1752599"/>
          </a:xfrm>
        </p:spPr>
        <p:txBody>
          <a:bodyPr/>
          <a:lstStyle>
            <a:lvl1pPr marL="0" indent="0" algn="ctr">
              <a:buFont typeface="Wingdings"/>
              <a:buNone/>
              <a:defRPr/>
            </a:lvl1pPr>
          </a:lstStyle>
          <a:p>
            <a:pPr lvl="0">
              <a:defRPr/>
            </a:pPr>
            <a:r>
              <a:rPr lang="fr-FR"/>
              <a:t>Cliquez pour modifier le style des sous-titres du masque</a:t>
            </a:r>
            <a:endParaRPr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4704533" y="5749423"/>
            <a:ext cx="1082708" cy="60895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6176564" y="5812373"/>
            <a:ext cx="952633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B4C9C-7E3A-4633-B357-D2A0DD3A570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small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F9D46-D181-4C50-92D4-93607901709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304800" y="1676400"/>
            <a:ext cx="4248150" cy="4648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705350" y="1676400"/>
            <a:ext cx="4249738" cy="4648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AEF70-25BC-4BBF-9BDE-12E897CF2A70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524000" y="381000"/>
            <a:ext cx="7423150" cy="8683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58402-EA74-4123-9177-F0DF2DE3579C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175FA3"/>
                </a:solidFill>
              </a:defRPr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F960F-BB3B-4BE1-960F-F64E6E93944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80BB7-1239-452D-A816-26C3A74C0536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3429000" y="576261"/>
            <a:ext cx="5486400" cy="566738"/>
          </a:xfrm>
        </p:spPr>
        <p:txBody>
          <a:bodyPr/>
          <a:lstStyle>
            <a:lvl1pPr algn="r">
              <a:defRPr sz="2000" b="1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1792288" y="1447799"/>
            <a:ext cx="5486400" cy="39195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fr-FR"/>
              <a:t>Cliquez sur l'icône pour ajouter une image</a:t>
            </a:r>
            <a:endParaRPr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B1394-6BE4-442D-816A-298820F63DE2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339510"/>
            <a:ext cx="8679898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8F6418-2F54-45D4-A57F-70F7C2212E90}"/>
              </a:ext>
            </a:extLst>
          </p:cNvPr>
          <p:cNvSpPr/>
          <p:nvPr userDrawn="1"/>
        </p:nvSpPr>
        <p:spPr>
          <a:xfrm>
            <a:off x="-15041" y="5839007"/>
            <a:ext cx="9159041" cy="794973"/>
          </a:xfrm>
          <a:custGeom>
            <a:avLst/>
            <a:gdLst>
              <a:gd name="connsiteX0" fmla="*/ 5579269 w 5600700"/>
              <a:gd name="connsiteY0" fmla="*/ 285274 h 409575"/>
              <a:gd name="connsiteX1" fmla="*/ 5285899 w 5600700"/>
              <a:gd name="connsiteY1" fmla="*/ 285274 h 409575"/>
              <a:gd name="connsiteX2" fmla="*/ 5258277 w 5600700"/>
              <a:gd name="connsiteY2" fmla="*/ 323374 h 409575"/>
              <a:gd name="connsiteX3" fmla="*/ 5218271 w 5600700"/>
              <a:gd name="connsiteY3" fmla="*/ 153829 h 409575"/>
              <a:gd name="connsiteX4" fmla="*/ 5182077 w 5600700"/>
              <a:gd name="connsiteY4" fmla="*/ 285274 h 409575"/>
              <a:gd name="connsiteX5" fmla="*/ 5094446 w 5600700"/>
              <a:gd name="connsiteY5" fmla="*/ 285274 h 409575"/>
              <a:gd name="connsiteX6" fmla="*/ 5081111 w 5600700"/>
              <a:gd name="connsiteY6" fmla="*/ 335756 h 409575"/>
              <a:gd name="connsiteX7" fmla="*/ 5057299 w 5600700"/>
              <a:gd name="connsiteY7" fmla="*/ 277654 h 409575"/>
              <a:gd name="connsiteX8" fmla="*/ 5033486 w 5600700"/>
              <a:gd name="connsiteY8" fmla="*/ 322421 h 409575"/>
              <a:gd name="connsiteX9" fmla="*/ 4988719 w 5600700"/>
              <a:gd name="connsiteY9" fmla="*/ 21431 h 409575"/>
              <a:gd name="connsiteX10" fmla="*/ 4933474 w 5600700"/>
              <a:gd name="connsiteY10" fmla="*/ 393859 h 409575"/>
              <a:gd name="connsiteX11" fmla="*/ 4912519 w 5600700"/>
              <a:gd name="connsiteY11" fmla="*/ 285274 h 409575"/>
              <a:gd name="connsiteX12" fmla="*/ 4686777 w 5600700"/>
              <a:gd name="connsiteY12" fmla="*/ 285274 h 409575"/>
              <a:gd name="connsiteX13" fmla="*/ 4657249 w 5600700"/>
              <a:gd name="connsiteY13" fmla="*/ 344329 h 409575"/>
              <a:gd name="connsiteX14" fmla="*/ 4622006 w 5600700"/>
              <a:gd name="connsiteY14" fmla="*/ 150971 h 409575"/>
              <a:gd name="connsiteX15" fmla="*/ 4579144 w 5600700"/>
              <a:gd name="connsiteY15" fmla="*/ 285274 h 409575"/>
              <a:gd name="connsiteX16" fmla="*/ 4492466 w 5600700"/>
              <a:gd name="connsiteY16" fmla="*/ 285274 h 409575"/>
              <a:gd name="connsiteX17" fmla="*/ 4467702 w 5600700"/>
              <a:gd name="connsiteY17" fmla="*/ 322421 h 409575"/>
              <a:gd name="connsiteX18" fmla="*/ 4441984 w 5600700"/>
              <a:gd name="connsiteY18" fmla="*/ 275749 h 409575"/>
              <a:gd name="connsiteX19" fmla="*/ 4408646 w 5600700"/>
              <a:gd name="connsiteY19" fmla="*/ 336709 h 409575"/>
              <a:gd name="connsiteX20" fmla="*/ 4377214 w 5600700"/>
              <a:gd name="connsiteY20" fmla="*/ 72866 h 409575"/>
              <a:gd name="connsiteX21" fmla="*/ 4336256 w 5600700"/>
              <a:gd name="connsiteY21" fmla="*/ 377666 h 409575"/>
              <a:gd name="connsiteX22" fmla="*/ 4308634 w 5600700"/>
              <a:gd name="connsiteY22" fmla="*/ 285274 h 409575"/>
              <a:gd name="connsiteX23" fmla="*/ 4239102 w 5600700"/>
              <a:gd name="connsiteY23" fmla="*/ 285274 h 409575"/>
              <a:gd name="connsiteX24" fmla="*/ 4210527 w 5600700"/>
              <a:gd name="connsiteY24" fmla="*/ 237649 h 409575"/>
              <a:gd name="connsiteX25" fmla="*/ 4178141 w 5600700"/>
              <a:gd name="connsiteY25" fmla="*/ 285274 h 409575"/>
              <a:gd name="connsiteX26" fmla="*/ 21431 w 5600700"/>
              <a:gd name="connsiteY26" fmla="*/ 285274 h 409575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75874 h 372428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63842 h 372428"/>
              <a:gd name="connsiteX0" fmla="*/ 5698543 w 5698543"/>
              <a:gd name="connsiteY0" fmla="*/ 252570 h 372428"/>
              <a:gd name="connsiteX1" fmla="*/ 4903521 w 5698543"/>
              <a:gd name="connsiteY1" fmla="*/ 263843 h 372428"/>
              <a:gd name="connsiteX2" fmla="*/ 4875899 w 5698543"/>
              <a:gd name="connsiteY2" fmla="*/ 301943 h 372428"/>
              <a:gd name="connsiteX3" fmla="*/ 4835893 w 5698543"/>
              <a:gd name="connsiteY3" fmla="*/ 132398 h 372428"/>
              <a:gd name="connsiteX4" fmla="*/ 4799699 w 5698543"/>
              <a:gd name="connsiteY4" fmla="*/ 263843 h 372428"/>
              <a:gd name="connsiteX5" fmla="*/ 4712068 w 5698543"/>
              <a:gd name="connsiteY5" fmla="*/ 263843 h 372428"/>
              <a:gd name="connsiteX6" fmla="*/ 4698733 w 5698543"/>
              <a:gd name="connsiteY6" fmla="*/ 314325 h 372428"/>
              <a:gd name="connsiteX7" fmla="*/ 4674921 w 5698543"/>
              <a:gd name="connsiteY7" fmla="*/ 256223 h 372428"/>
              <a:gd name="connsiteX8" fmla="*/ 4651108 w 5698543"/>
              <a:gd name="connsiteY8" fmla="*/ 300990 h 372428"/>
              <a:gd name="connsiteX9" fmla="*/ 4606341 w 5698543"/>
              <a:gd name="connsiteY9" fmla="*/ 0 h 372428"/>
              <a:gd name="connsiteX10" fmla="*/ 4551096 w 5698543"/>
              <a:gd name="connsiteY10" fmla="*/ 372428 h 372428"/>
              <a:gd name="connsiteX11" fmla="*/ 4530141 w 5698543"/>
              <a:gd name="connsiteY11" fmla="*/ 263843 h 372428"/>
              <a:gd name="connsiteX12" fmla="*/ 4304399 w 5698543"/>
              <a:gd name="connsiteY12" fmla="*/ 263843 h 372428"/>
              <a:gd name="connsiteX13" fmla="*/ 4274871 w 5698543"/>
              <a:gd name="connsiteY13" fmla="*/ 322898 h 372428"/>
              <a:gd name="connsiteX14" fmla="*/ 4239628 w 5698543"/>
              <a:gd name="connsiteY14" fmla="*/ 129540 h 372428"/>
              <a:gd name="connsiteX15" fmla="*/ 4196766 w 5698543"/>
              <a:gd name="connsiteY15" fmla="*/ 263843 h 372428"/>
              <a:gd name="connsiteX16" fmla="*/ 4110088 w 5698543"/>
              <a:gd name="connsiteY16" fmla="*/ 263843 h 372428"/>
              <a:gd name="connsiteX17" fmla="*/ 4085324 w 5698543"/>
              <a:gd name="connsiteY17" fmla="*/ 300990 h 372428"/>
              <a:gd name="connsiteX18" fmla="*/ 4059606 w 5698543"/>
              <a:gd name="connsiteY18" fmla="*/ 254318 h 372428"/>
              <a:gd name="connsiteX19" fmla="*/ 4026268 w 5698543"/>
              <a:gd name="connsiteY19" fmla="*/ 315278 h 372428"/>
              <a:gd name="connsiteX20" fmla="*/ 3994836 w 5698543"/>
              <a:gd name="connsiteY20" fmla="*/ 51435 h 372428"/>
              <a:gd name="connsiteX21" fmla="*/ 3953878 w 5698543"/>
              <a:gd name="connsiteY21" fmla="*/ 356235 h 372428"/>
              <a:gd name="connsiteX22" fmla="*/ 3926256 w 5698543"/>
              <a:gd name="connsiteY22" fmla="*/ 263843 h 372428"/>
              <a:gd name="connsiteX23" fmla="*/ 3856724 w 5698543"/>
              <a:gd name="connsiteY23" fmla="*/ 263843 h 372428"/>
              <a:gd name="connsiteX24" fmla="*/ 3828149 w 5698543"/>
              <a:gd name="connsiteY24" fmla="*/ 216218 h 372428"/>
              <a:gd name="connsiteX25" fmla="*/ 3795763 w 5698543"/>
              <a:gd name="connsiteY25" fmla="*/ 263843 h 372428"/>
              <a:gd name="connsiteX26" fmla="*/ 0 w 5698543"/>
              <a:gd name="connsiteY26" fmla="*/ 263842 h 372428"/>
              <a:gd name="connsiteX0" fmla="*/ 5506901 w 5506901"/>
              <a:gd name="connsiteY0" fmla="*/ 252570 h 372428"/>
              <a:gd name="connsiteX1" fmla="*/ 4903521 w 5506901"/>
              <a:gd name="connsiteY1" fmla="*/ 263843 h 372428"/>
              <a:gd name="connsiteX2" fmla="*/ 4875899 w 5506901"/>
              <a:gd name="connsiteY2" fmla="*/ 301943 h 372428"/>
              <a:gd name="connsiteX3" fmla="*/ 4835893 w 5506901"/>
              <a:gd name="connsiteY3" fmla="*/ 132398 h 372428"/>
              <a:gd name="connsiteX4" fmla="*/ 4799699 w 5506901"/>
              <a:gd name="connsiteY4" fmla="*/ 263843 h 372428"/>
              <a:gd name="connsiteX5" fmla="*/ 4712068 w 5506901"/>
              <a:gd name="connsiteY5" fmla="*/ 263843 h 372428"/>
              <a:gd name="connsiteX6" fmla="*/ 4698733 w 5506901"/>
              <a:gd name="connsiteY6" fmla="*/ 314325 h 372428"/>
              <a:gd name="connsiteX7" fmla="*/ 4674921 w 5506901"/>
              <a:gd name="connsiteY7" fmla="*/ 256223 h 372428"/>
              <a:gd name="connsiteX8" fmla="*/ 4651108 w 5506901"/>
              <a:gd name="connsiteY8" fmla="*/ 300990 h 372428"/>
              <a:gd name="connsiteX9" fmla="*/ 4606341 w 5506901"/>
              <a:gd name="connsiteY9" fmla="*/ 0 h 372428"/>
              <a:gd name="connsiteX10" fmla="*/ 4551096 w 5506901"/>
              <a:gd name="connsiteY10" fmla="*/ 372428 h 372428"/>
              <a:gd name="connsiteX11" fmla="*/ 4530141 w 5506901"/>
              <a:gd name="connsiteY11" fmla="*/ 263843 h 372428"/>
              <a:gd name="connsiteX12" fmla="*/ 4304399 w 5506901"/>
              <a:gd name="connsiteY12" fmla="*/ 263843 h 372428"/>
              <a:gd name="connsiteX13" fmla="*/ 4274871 w 5506901"/>
              <a:gd name="connsiteY13" fmla="*/ 322898 h 372428"/>
              <a:gd name="connsiteX14" fmla="*/ 4239628 w 5506901"/>
              <a:gd name="connsiteY14" fmla="*/ 129540 h 372428"/>
              <a:gd name="connsiteX15" fmla="*/ 4196766 w 5506901"/>
              <a:gd name="connsiteY15" fmla="*/ 263843 h 372428"/>
              <a:gd name="connsiteX16" fmla="*/ 4110088 w 5506901"/>
              <a:gd name="connsiteY16" fmla="*/ 263843 h 372428"/>
              <a:gd name="connsiteX17" fmla="*/ 4085324 w 5506901"/>
              <a:gd name="connsiteY17" fmla="*/ 300990 h 372428"/>
              <a:gd name="connsiteX18" fmla="*/ 4059606 w 5506901"/>
              <a:gd name="connsiteY18" fmla="*/ 254318 h 372428"/>
              <a:gd name="connsiteX19" fmla="*/ 4026268 w 5506901"/>
              <a:gd name="connsiteY19" fmla="*/ 315278 h 372428"/>
              <a:gd name="connsiteX20" fmla="*/ 3994836 w 5506901"/>
              <a:gd name="connsiteY20" fmla="*/ 51435 h 372428"/>
              <a:gd name="connsiteX21" fmla="*/ 3953878 w 5506901"/>
              <a:gd name="connsiteY21" fmla="*/ 356235 h 372428"/>
              <a:gd name="connsiteX22" fmla="*/ 3926256 w 5506901"/>
              <a:gd name="connsiteY22" fmla="*/ 263843 h 372428"/>
              <a:gd name="connsiteX23" fmla="*/ 3856724 w 5506901"/>
              <a:gd name="connsiteY23" fmla="*/ 263843 h 372428"/>
              <a:gd name="connsiteX24" fmla="*/ 3828149 w 5506901"/>
              <a:gd name="connsiteY24" fmla="*/ 216218 h 372428"/>
              <a:gd name="connsiteX25" fmla="*/ 3795763 w 5506901"/>
              <a:gd name="connsiteY25" fmla="*/ 263843 h 372428"/>
              <a:gd name="connsiteX26" fmla="*/ 0 w 5506901"/>
              <a:gd name="connsiteY26" fmla="*/ 263842 h 372428"/>
              <a:gd name="connsiteX0" fmla="*/ 5721090 w 5721090"/>
              <a:gd name="connsiteY0" fmla="*/ 252570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69478 h 37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721090" h="372428">
                <a:moveTo>
                  <a:pt x="5721090" y="258207"/>
                </a:moveTo>
                <a:lnTo>
                  <a:pt x="5117710" y="263843"/>
                </a:lnTo>
                <a:lnTo>
                  <a:pt x="5090088" y="301943"/>
                </a:lnTo>
                <a:lnTo>
                  <a:pt x="5050082" y="132398"/>
                </a:lnTo>
                <a:lnTo>
                  <a:pt x="5013888" y="263843"/>
                </a:lnTo>
                <a:lnTo>
                  <a:pt x="4926257" y="263843"/>
                </a:lnTo>
                <a:lnTo>
                  <a:pt x="4912922" y="314325"/>
                </a:lnTo>
                <a:lnTo>
                  <a:pt x="4889110" y="256223"/>
                </a:lnTo>
                <a:lnTo>
                  <a:pt x="4865297" y="300990"/>
                </a:lnTo>
                <a:lnTo>
                  <a:pt x="4820530" y="0"/>
                </a:lnTo>
                <a:lnTo>
                  <a:pt x="4765285" y="372428"/>
                </a:lnTo>
                <a:lnTo>
                  <a:pt x="4744330" y="263843"/>
                </a:lnTo>
                <a:lnTo>
                  <a:pt x="4518588" y="263843"/>
                </a:lnTo>
                <a:lnTo>
                  <a:pt x="4489060" y="322898"/>
                </a:lnTo>
                <a:lnTo>
                  <a:pt x="4453817" y="129540"/>
                </a:lnTo>
                <a:lnTo>
                  <a:pt x="4410955" y="263843"/>
                </a:lnTo>
                <a:lnTo>
                  <a:pt x="4324277" y="263843"/>
                </a:lnTo>
                <a:lnTo>
                  <a:pt x="4299513" y="300990"/>
                </a:lnTo>
                <a:lnTo>
                  <a:pt x="4273795" y="254318"/>
                </a:lnTo>
                <a:lnTo>
                  <a:pt x="4240457" y="315278"/>
                </a:lnTo>
                <a:lnTo>
                  <a:pt x="4209025" y="51435"/>
                </a:lnTo>
                <a:lnTo>
                  <a:pt x="4168067" y="356235"/>
                </a:lnTo>
                <a:lnTo>
                  <a:pt x="4140445" y="263843"/>
                </a:lnTo>
                <a:lnTo>
                  <a:pt x="4070913" y="263843"/>
                </a:lnTo>
                <a:lnTo>
                  <a:pt x="4042338" y="216218"/>
                </a:lnTo>
                <a:lnTo>
                  <a:pt x="4009952" y="263843"/>
                </a:lnTo>
                <a:lnTo>
                  <a:pt x="0" y="269478"/>
                </a:lnTo>
              </a:path>
            </a:pathLst>
          </a:custGeom>
          <a:noFill/>
          <a:ln w="28575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1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339510"/>
            <a:ext cx="8679898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A95570-ABCA-4EAA-A150-DE9A778788FF}"/>
              </a:ext>
            </a:extLst>
          </p:cNvPr>
          <p:cNvGrpSpPr/>
          <p:nvPr userDrawn="1"/>
        </p:nvGrpSpPr>
        <p:grpSpPr>
          <a:xfrm rot="10800000" flipH="1" flipV="1">
            <a:off x="4714875" y="5899288"/>
            <a:ext cx="4179095" cy="862288"/>
            <a:chOff x="477110" y="4905446"/>
            <a:chExt cx="11078677" cy="171442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6A78A61-879F-457D-9A77-D666DFE521FF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6593EB-5869-4A8C-80A1-C05AA0B24BF0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63A0A4C-2BF4-47D2-AFFF-A22E96B3C12D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3DAC375-EEBC-4131-8F69-CD653EE61E82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A4658B-18D9-47F9-8999-4B217D15FD5B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59607F-C050-4355-908E-D24DD45D9D08}"/>
              </a:ext>
            </a:extLst>
          </p:cNvPr>
          <p:cNvGrpSpPr/>
          <p:nvPr userDrawn="1"/>
        </p:nvGrpSpPr>
        <p:grpSpPr>
          <a:xfrm rot="10800000" flipV="1">
            <a:off x="260626" y="5899288"/>
            <a:ext cx="4179095" cy="862288"/>
            <a:chOff x="477110" y="4905446"/>
            <a:chExt cx="11078677" cy="17144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EA74116-9898-4A6A-84F3-F61BBB7993C6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54DC28B-DA5D-40A5-BF5E-A8C07B13D6FD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1A92E0-BAD3-4804-8CFB-2F36973DF453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F7FFD43-6FA1-417C-AF01-3A54B1EB3288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DB8CE4-378A-4F7B-8401-E84CD0360554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087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46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yle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616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62946D-F2ED-4A3A-AFF2-114E504B5745}"/>
              </a:ext>
            </a:extLst>
          </p:cNvPr>
          <p:cNvSpPr/>
          <p:nvPr userDrawn="1"/>
        </p:nvSpPr>
        <p:spPr>
          <a:xfrm>
            <a:off x="2169994" y="0"/>
            <a:ext cx="6730053" cy="68580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98542A-477C-4DE9-BE76-734F0C55D2E2}"/>
              </a:ext>
            </a:extLst>
          </p:cNvPr>
          <p:cNvSpPr/>
          <p:nvPr userDrawn="1"/>
        </p:nvSpPr>
        <p:spPr>
          <a:xfrm>
            <a:off x="2413947" y="0"/>
            <a:ext cx="6730053" cy="68580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77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317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074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774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9724905C-0466-437C-B401-0D9138D840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55257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07F0600E-0EC8-4BFF-B37B-C982DE03E9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688495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49170B7-DADE-4D0A-8BF8-230A982B74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21732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1101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12B6C6-12D5-49A1-B688-91C869139E0E}"/>
              </a:ext>
            </a:extLst>
          </p:cNvPr>
          <p:cNvSpPr/>
          <p:nvPr userDrawn="1"/>
        </p:nvSpPr>
        <p:spPr>
          <a:xfrm>
            <a:off x="0" y="0"/>
            <a:ext cx="9144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D:\KBM-정애\014-Fullppt\PNG이미지\탭.png">
            <a:extLst>
              <a:ext uri="{FF2B5EF4-FFF2-40B4-BE49-F238E27FC236}">
                <a16:creationId xmlns:a16="http://schemas.microsoft.com/office/drawing/2014/main" id="{71CF212A-1782-49B4-8B17-581DC5D7B3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915" y="1709312"/>
            <a:ext cx="2648012" cy="434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:\KBM-정애\014-Fullppt\PNG이미지\핸드폰.png">
            <a:extLst>
              <a:ext uri="{FF2B5EF4-FFF2-40B4-BE49-F238E27FC236}">
                <a16:creationId xmlns:a16="http://schemas.microsoft.com/office/drawing/2014/main" id="{F6F9CC28-F54D-4BAA-BF10-18180D05E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32" y="3259539"/>
            <a:ext cx="1995680" cy="322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10637AE-6F5C-4D3F-9611-7DA2098A8029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95649" y="2158177"/>
            <a:ext cx="1836866" cy="31255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96F8098-C31E-4554-BACD-2C26FE4D24E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164932" y="3403406"/>
            <a:ext cx="1113343" cy="23306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0887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72920181-2924-4E1F-891D-E75A99509C25}"/>
              </a:ext>
            </a:extLst>
          </p:cNvPr>
          <p:cNvSpPr/>
          <p:nvPr userDrawn="1"/>
        </p:nvSpPr>
        <p:spPr>
          <a:xfrm>
            <a:off x="-1" y="0"/>
            <a:ext cx="321542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2403987" y="535022"/>
            <a:ext cx="2917435" cy="3542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5433426" y="2025072"/>
            <a:ext cx="1971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3350421" y="4260714"/>
            <a:ext cx="1971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376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ChangeArrowheads="1"/>
          </p:cNvSpPr>
          <p:nvPr/>
        </p:nvSpPr>
        <p:spPr bwMode="gray">
          <a:xfrm>
            <a:off x="1465263" y="1247775"/>
            <a:ext cx="7450137" cy="74613"/>
          </a:xfrm>
          <a:prstGeom prst="rect">
            <a:avLst/>
          </a:prstGeom>
          <a:gradFill>
            <a:gsLst>
              <a:gs pos="0">
                <a:srgbClr val="175FA3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9pPr>
          </a:lstStyle>
          <a:p>
            <a:pPr algn="ctr">
              <a:defRPr/>
            </a:pPr>
            <a:endParaRPr lang="fr-FR" sz="2400"/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81000"/>
            <a:ext cx="7419975" cy="86677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650288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19050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477000"/>
            <a:ext cx="28956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477000"/>
            <a:ext cx="19050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F96F775-11EA-4E6D-8D28-1A7B46574B78}" type="slidenum">
              <a:rPr lang="fr-FR"/>
              <a:t>‹#›</a:t>
            </a:fld>
            <a:endParaRPr lang="fr-FR"/>
          </a:p>
        </p:txBody>
      </p:sp>
      <p:pic>
        <p:nvPicPr>
          <p:cNvPr id="1032" name="Picture 14" descr="800x600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0" y="57150"/>
            <a:ext cx="1752599" cy="1314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r">
        <a:spcBef>
          <a:spcPts val="0"/>
        </a:spcBef>
        <a:spcAft>
          <a:spcPts val="0"/>
        </a:spcAft>
        <a:defRPr sz="3200">
          <a:solidFill>
            <a:srgbClr val="175FA3"/>
          </a:solidFill>
          <a:latin typeface="+mj-lt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2pPr>
      <a:lvl3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3pPr>
      <a:lvl4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4pPr>
      <a:lvl5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5pPr>
      <a:lvl6pPr marL="4572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6pPr>
      <a:lvl7pPr marL="9144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7pPr>
      <a:lvl8pPr marL="13716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8pPr>
      <a:lvl9pPr marL="18288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lr>
          <a:schemeClr val="tx2"/>
        </a:buClr>
        <a:buSzPct val="60000"/>
        <a:buFont typeface="Wingdings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lr>
          <a:schemeClr val="hlink"/>
        </a:buClr>
        <a:buSzPct val="55000"/>
        <a:buFont typeface="Wingdings"/>
        <a:buChar char="n"/>
        <a:defRPr sz="2000">
          <a:solidFill>
            <a:schemeClr val="tx1"/>
          </a:solidFill>
          <a:latin typeface="+mn-lt"/>
        </a:defRPr>
      </a:lvl2pPr>
      <a:lvl3pPr marL="1143000" indent="-228600" algn="l">
        <a:spcBef>
          <a:spcPts val="0"/>
        </a:spcBef>
        <a:spcAft>
          <a:spcPts val="0"/>
        </a:spcAft>
        <a:buClr>
          <a:schemeClr val="folHlink"/>
        </a:buClr>
        <a:buSzPct val="50000"/>
        <a:buFont typeface="Wingdings"/>
        <a:buChar char="n"/>
        <a:defRPr sz="1800">
          <a:solidFill>
            <a:schemeClr val="tx1"/>
          </a:solidFill>
          <a:latin typeface="+mn-lt"/>
        </a:defRPr>
      </a:lvl3pPr>
      <a:lvl4pPr marL="1600200" indent="-228600" algn="l">
        <a:spcBef>
          <a:spcPts val="0"/>
        </a:spcBef>
        <a:spcAft>
          <a:spcPts val="0"/>
        </a:spcAft>
        <a:buClr>
          <a:schemeClr val="accent2"/>
        </a:buClr>
        <a:buSzPct val="55000"/>
        <a:buFont typeface="Wingdings"/>
        <a:buChar char="n"/>
        <a:defRPr sz="1600">
          <a:solidFill>
            <a:schemeClr val="tx1"/>
          </a:solidFill>
          <a:latin typeface="+mn-lt"/>
        </a:defRPr>
      </a:lvl4pPr>
      <a:lvl5pPr marL="20574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 sz="1600">
          <a:solidFill>
            <a:schemeClr val="tx1"/>
          </a:solidFill>
          <a:latin typeface="+mn-lt"/>
        </a:defRPr>
      </a:lvl5pPr>
      <a:lvl6pPr marL="25146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6pPr>
      <a:lvl7pPr marL="29718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7pPr>
      <a:lvl8pPr marL="34290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8pPr>
      <a:lvl9pPr marL="38862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1" r:id="rId11"/>
  </p:sldLayoutIdLst>
  <p:hf hdr="0" ftr="0" dt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4" indent="-171454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B292-6CE1-6C5D-4151-8EA80257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2B84D2-10BC-01ED-C29A-AA70CEA4FA48}"/>
              </a:ext>
            </a:extLst>
          </p:cNvPr>
          <p:cNvGraphicFramePr>
            <a:graphicFrameLocks noGrp="1"/>
          </p:cNvGraphicFramePr>
          <p:nvPr/>
        </p:nvGraphicFramePr>
        <p:xfrm>
          <a:off x="756456" y="1818422"/>
          <a:ext cx="8074152" cy="350918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008376">
                  <a:extLst>
                    <a:ext uri="{9D8B030D-6E8A-4147-A177-3AD203B41FA5}">
                      <a16:colId xmlns:a16="http://schemas.microsoft.com/office/drawing/2014/main" val="15444822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75260948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18392598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51472373"/>
                    </a:ext>
                  </a:extLst>
                </a:gridCol>
              </a:tblGrid>
              <a:tr h="3816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CancellationReason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Non-Adherent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Attempted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Adherent (Count)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718470672"/>
                  </a:ext>
                </a:extLst>
              </a:tr>
              <a:tr h="8158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Intolerance / Non-adherence / No improvement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4143752693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Doctor's request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487359862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Patient's death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156920009"/>
                  </a:ext>
                </a:extLst>
              </a:tr>
              <a:tr h="407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Clinical improvement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21976004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Relocation outside LHF zone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404412634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Transfer 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539930923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Hospitalisation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3126054385"/>
                  </a:ext>
                </a:extLst>
              </a:tr>
              <a:tr h="271958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Unhappy patient-change of provider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197</a:t>
                      </a: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1887084696"/>
                  </a:ext>
                </a:extLst>
              </a:tr>
            </a:tbl>
          </a:graphicData>
        </a:graphic>
      </p:graphicFrame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68A0CC0B-616D-AC9E-EC39-52A2FF5E28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5612" y="116632"/>
            <a:ext cx="1152127" cy="576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8F93E0-793D-01D7-0390-E25965810D9D}"/>
              </a:ext>
            </a:extLst>
          </p:cNvPr>
          <p:cNvSpPr txBox="1"/>
          <p:nvPr/>
        </p:nvSpPr>
        <p:spPr>
          <a:xfrm>
            <a:off x="1632965" y="330497"/>
            <a:ext cx="6142647" cy="451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US" sz="240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Summary cancellation reason all patients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93AB5-1F80-9D8B-14E0-2C174654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20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7BF64-47B9-5663-8E11-E5DF1257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t>2</a:t>
            </a:fld>
            <a:endParaRPr lang="fr-FR"/>
          </a:p>
        </p:txBody>
      </p:sp>
      <p:pic>
        <p:nvPicPr>
          <p:cNvPr id="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45E934F9-4F62-6FB9-4F05-2CD65B0CD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645211-B143-8BDE-982A-2AF5D0B93831}"/>
              </a:ext>
            </a:extLst>
          </p:cNvPr>
          <p:cNvSpPr txBox="1"/>
          <p:nvPr/>
        </p:nvSpPr>
        <p:spPr>
          <a:xfrm>
            <a:off x="148174" y="1454883"/>
            <a:ext cx="5958408" cy="137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ranges from 2023-01 to 2025-01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 patients in therapy  38,301 unique patients</a:t>
            </a:r>
            <a:endParaRPr lang="fr-F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Natural Dropout Patients: 2,036 unique patients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Effectful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Dropout Patients: 598 unique patients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0A973CB-0E34-2E45-8122-43B18EF09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47711"/>
              </p:ext>
            </p:extLst>
          </p:nvPr>
        </p:nvGraphicFramePr>
        <p:xfrm>
          <a:off x="4645899" y="1552393"/>
          <a:ext cx="4124523" cy="86381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72333">
                  <a:extLst>
                    <a:ext uri="{9D8B030D-6E8A-4147-A177-3AD203B41FA5}">
                      <a16:colId xmlns:a16="http://schemas.microsoft.com/office/drawing/2014/main" val="16223777"/>
                    </a:ext>
                  </a:extLst>
                </a:gridCol>
                <a:gridCol w="1699133">
                  <a:extLst>
                    <a:ext uri="{9D8B030D-6E8A-4147-A177-3AD203B41FA5}">
                      <a16:colId xmlns:a16="http://schemas.microsoft.com/office/drawing/2014/main" val="4214170772"/>
                    </a:ext>
                  </a:extLst>
                </a:gridCol>
                <a:gridCol w="1653057">
                  <a:extLst>
                    <a:ext uri="{9D8B030D-6E8A-4147-A177-3AD203B41FA5}">
                      <a16:colId xmlns:a16="http://schemas.microsoft.com/office/drawing/2014/main" val="2573166620"/>
                    </a:ext>
                  </a:extLst>
                </a:gridCol>
              </a:tblGrid>
              <a:tr h="424395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Gender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Natural Dropout (%)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Effectful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Dropout (%)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1834440"/>
                  </a:ext>
                </a:extLst>
              </a:tr>
              <a:tr h="71760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Male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16506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Female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11251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1532931-5A83-2B25-E3B9-3223F6193603}"/>
              </a:ext>
            </a:extLst>
          </p:cNvPr>
          <p:cNvSpPr txBox="1"/>
          <p:nvPr/>
        </p:nvSpPr>
        <p:spPr>
          <a:xfrm>
            <a:off x="3419872" y="385627"/>
            <a:ext cx="2393463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GB" sz="2400" dirty="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Details of Data</a:t>
            </a:r>
            <a:endParaRPr lang="fr-FR" sz="2400" dirty="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F98957D-EA33-9C9C-845D-2A1A06ABE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64905"/>
              </p:ext>
            </p:extLst>
          </p:nvPr>
        </p:nvGraphicFramePr>
        <p:xfrm>
          <a:off x="222820" y="3022222"/>
          <a:ext cx="4024741" cy="325136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122377">
                  <a:extLst>
                    <a:ext uri="{9D8B030D-6E8A-4147-A177-3AD203B41FA5}">
                      <a16:colId xmlns:a16="http://schemas.microsoft.com/office/drawing/2014/main" val="2006553255"/>
                    </a:ext>
                  </a:extLst>
                </a:gridCol>
                <a:gridCol w="902364">
                  <a:extLst>
                    <a:ext uri="{9D8B030D-6E8A-4147-A177-3AD203B41FA5}">
                      <a16:colId xmlns:a16="http://schemas.microsoft.com/office/drawing/2014/main" val="1780684288"/>
                    </a:ext>
                  </a:extLst>
                </a:gridCol>
              </a:tblGrid>
              <a:tr h="278095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Natural </a:t>
                      </a:r>
                      <a:r>
                        <a:rPr lang="fr-FR" sz="1400" b="1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CancellationReason</a:t>
                      </a:r>
                      <a:endParaRPr lang="fr-FR" sz="1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Count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8189832"/>
                  </a:ext>
                </a:extLst>
              </a:tr>
              <a:tr h="278095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Transfert CO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913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33559313"/>
                  </a:ext>
                </a:extLst>
              </a:tr>
              <a:tr h="278095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Moving outside the LHF zone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794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8618344"/>
                  </a:ext>
                </a:extLst>
              </a:tr>
              <a:tr h="278095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Death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of the patient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93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51109409"/>
                  </a:ext>
                </a:extLst>
              </a:tr>
              <a:tr h="278095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Input </a:t>
                      </a: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error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61175042"/>
                  </a:ext>
                </a:extLst>
              </a:tr>
              <a:tr h="368554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Expired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prescription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67433102"/>
                  </a:ext>
                </a:extLst>
              </a:tr>
              <a:tr h="278095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Holiday </a:t>
                      </a: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transfer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Temporary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cancellation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6907832"/>
                  </a:ext>
                </a:extLst>
              </a:tr>
              <a:tr h="515915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IU canceled because patient equipped by another PSAD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76752147"/>
                  </a:ext>
                </a:extLst>
              </a:tr>
              <a:tr h="515915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Problem of care - patient without mutual insurance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5412860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B231F36-B83F-0C5B-3AA5-FFBD38459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077684"/>
              </p:ext>
            </p:extLst>
          </p:nvPr>
        </p:nvGraphicFramePr>
        <p:xfrm>
          <a:off x="4506872" y="3022222"/>
          <a:ext cx="4263550" cy="32327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5">
                  <a:extLst>
                    <a:ext uri="{9D8B030D-6E8A-4147-A177-3AD203B41FA5}">
                      <a16:colId xmlns:a16="http://schemas.microsoft.com/office/drawing/2014/main" val="2633760284"/>
                    </a:ext>
                  </a:extLst>
                </a:gridCol>
                <a:gridCol w="879175">
                  <a:extLst>
                    <a:ext uri="{9D8B030D-6E8A-4147-A177-3AD203B41FA5}">
                      <a16:colId xmlns:a16="http://schemas.microsoft.com/office/drawing/2014/main" val="4036189864"/>
                    </a:ext>
                  </a:extLst>
                </a:gridCol>
              </a:tblGrid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b="1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Effectful</a:t>
                      </a:r>
                      <a:r>
                        <a:rPr lang="fr-FR" sz="14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400" b="1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CancellationReason</a:t>
                      </a:r>
                      <a:endParaRPr lang="fr-FR" sz="14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Count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20785084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Hospitalisation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210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79110130"/>
                  </a:ext>
                </a:extLst>
              </a:tr>
              <a:tr h="456259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Intolerance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/ Non-compliance / No </a:t>
                      </a: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improvement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124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1123698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Doctor's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request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9422473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Change of treatment (Outside Switch)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77457106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Unhappy Patient - Change of Provider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11447544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Unhappy doctor - Change of provider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6240846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Clinical</a:t>
                      </a:r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400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improvement</a:t>
                      </a:r>
                      <a:endParaRPr lang="fr-FR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68895891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Care problem - patient unreachable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22767613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Change of doctor - does not work with LHF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1398668"/>
                  </a:ext>
                </a:extLst>
              </a:tr>
              <a:tr h="232023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Change of treatment (Switch code Therapy)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96710255"/>
                  </a:ext>
                </a:extLst>
              </a:tr>
              <a:tr h="456259"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Patient refuses doctor's appointment for treatment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fontAlgn="b"/>
                      <a:r>
                        <a:rPr lang="fr-FR" sz="14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60817175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6CDBA2-E57A-A1FE-45CB-16D66AA0253E}"/>
              </a:ext>
            </a:extLst>
          </p:cNvPr>
          <p:cNvSpPr/>
          <p:nvPr/>
        </p:nvSpPr>
        <p:spPr>
          <a:xfrm>
            <a:off x="-9580" y="6461956"/>
            <a:ext cx="464800" cy="3960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>
              <a:buSzPts val="3000"/>
            </a:pPr>
            <a:r>
              <a:rPr lang="fr-FR" sz="1200" b="1" dirty="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54CA4992-54A8-DA90-8B4F-6BFD5E93FBA8}"/>
              </a:ext>
            </a:extLst>
          </p:cNvPr>
          <p:cNvSpPr/>
          <p:nvPr/>
        </p:nvSpPr>
        <p:spPr>
          <a:xfrm>
            <a:off x="475978" y="6461956"/>
            <a:ext cx="1923458" cy="396044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Dropout Analysis</a:t>
            </a:r>
          </a:p>
        </p:txBody>
      </p:sp>
    </p:spTree>
    <p:extLst>
      <p:ext uri="{BB962C8B-B14F-4D97-AF65-F5344CB8AC3E}">
        <p14:creationId xmlns:p14="http://schemas.microsoft.com/office/powerpoint/2010/main" val="258982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7BF64-47B9-5663-8E11-E5DF1257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4B4C9C-7E3A-4633-B357-D2A0DD3A5705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pic>
        <p:nvPicPr>
          <p:cNvPr id="4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45E934F9-4F62-6FB9-4F05-2CD65B0CDB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0582" y="96887"/>
            <a:ext cx="1152127" cy="576064"/>
          </a:xfrm>
          <a:prstGeom prst="rect">
            <a:avLst/>
          </a:prstGeom>
        </p:spPr>
      </p:pic>
      <p:pic>
        <p:nvPicPr>
          <p:cNvPr id="3" name="Picture 2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D0A1773-349C-C8FE-982D-596A41535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7" y="1340768"/>
            <a:ext cx="5871141" cy="2902587"/>
          </a:xfrm>
          <a:prstGeom prst="rect">
            <a:avLst/>
          </a:prstGeom>
        </p:spPr>
      </p:pic>
      <p:pic>
        <p:nvPicPr>
          <p:cNvPr id="8" name="Picture 7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A7503050-5DAA-BEA0-FF97-3E39E7A87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25413"/>
            <a:ext cx="5527278" cy="273258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E4E027-214E-A320-D3FF-E238C2E41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83551"/>
              </p:ext>
            </p:extLst>
          </p:nvPr>
        </p:nvGraphicFramePr>
        <p:xfrm>
          <a:off x="5868144" y="1705892"/>
          <a:ext cx="3275856" cy="185396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46992824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991821893"/>
                    </a:ext>
                  </a:extLst>
                </a:gridCol>
                <a:gridCol w="1403648">
                  <a:extLst>
                    <a:ext uri="{9D8B030D-6E8A-4147-A177-3AD203B41FA5}">
                      <a16:colId xmlns:a16="http://schemas.microsoft.com/office/drawing/2014/main" val="84637470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Duration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Natural Dropout (%)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b="1" kern="100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Effectful</a:t>
                      </a:r>
                      <a:r>
                        <a:rPr lang="fr-FR" sz="1100" b="1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 Dropout (%)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55092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&lt;1y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11.81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25.08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6981635"/>
                  </a:ext>
                </a:extLst>
              </a:tr>
              <a:tr h="196611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1-2y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12.83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7.63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69247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2-3y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10.84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5.76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736631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3-4y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8.63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4.75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72056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4-5y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8.25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4.92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957220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5-10y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29.97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21.02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679523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10-15y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13.48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17.63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02433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15-20y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3.4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11.02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262809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20y+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0.81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ctr" defTabSz="914400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fr-FR" sz="11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Arial" panose="020B0604020202020204" pitchFamily="34" charset="0"/>
                        </a:rPr>
                        <a:t>2.2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550700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A85B0F-475E-243E-FDD7-C794A0A8543E}"/>
              </a:ext>
            </a:extLst>
          </p:cNvPr>
          <p:cNvSpPr/>
          <p:nvPr/>
        </p:nvSpPr>
        <p:spPr>
          <a:xfrm>
            <a:off x="-9580" y="6461956"/>
            <a:ext cx="464800" cy="3960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>
              <a:buSzPts val="3000"/>
            </a:pPr>
            <a:r>
              <a:rPr lang="fr-FR" sz="1200" b="1" dirty="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A66173C3-22B0-0550-52A1-2208800FFF99}"/>
              </a:ext>
            </a:extLst>
          </p:cNvPr>
          <p:cNvSpPr/>
          <p:nvPr/>
        </p:nvSpPr>
        <p:spPr>
          <a:xfrm>
            <a:off x="475978" y="6461956"/>
            <a:ext cx="1923458" cy="396044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Dropout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DC4BD-29EB-98CC-B56F-2DC20C2CE0FF}"/>
              </a:ext>
            </a:extLst>
          </p:cNvPr>
          <p:cNvSpPr txBox="1"/>
          <p:nvPr/>
        </p:nvSpPr>
        <p:spPr>
          <a:xfrm>
            <a:off x="3419872" y="385627"/>
            <a:ext cx="2808312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07000"/>
              </a:lnSpc>
            </a:pPr>
            <a:r>
              <a:rPr lang="en-GB" sz="2400" dirty="0">
                <a:solidFill>
                  <a:srgbClr val="175FA3"/>
                </a:solidFill>
                <a:latin typeface="+mj-lt"/>
                <a:ea typeface="+mj-ea"/>
                <a:cs typeface="+mj-cs"/>
              </a:rPr>
              <a:t>Dropout of Patient</a:t>
            </a:r>
            <a:endParaRPr lang="fr-FR" sz="2400" dirty="0">
              <a:solidFill>
                <a:srgbClr val="175FA3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305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SP_modele_ppt_20190305-1">
  <a:themeElements>
    <a:clrScheme name="DISP">
      <a:dk1>
        <a:srgbClr val="000000"/>
      </a:dk1>
      <a:lt1>
        <a:srgbClr val="FFFFFF"/>
      </a:lt1>
      <a:dk2>
        <a:srgbClr val="175FA3"/>
      </a:dk2>
      <a:lt2>
        <a:srgbClr val="98BCDB"/>
      </a:lt2>
      <a:accent1>
        <a:srgbClr val="009EE0"/>
      </a:accent1>
      <a:accent2>
        <a:srgbClr val="009680"/>
      </a:accent2>
      <a:accent3>
        <a:srgbClr val="F18E00"/>
      </a:accent3>
      <a:accent4>
        <a:srgbClr val="E5322C"/>
      </a:accent4>
      <a:accent5>
        <a:srgbClr val="DC006B"/>
      </a:accent5>
      <a:accent6>
        <a:srgbClr val="84BA17"/>
      </a:accent6>
      <a:hlink>
        <a:srgbClr val="009EE0"/>
      </a:hlink>
      <a:folHlink>
        <a:srgbClr val="F18E00"/>
      </a:folHlink>
    </a:clrScheme>
    <a:fontScheme name="Fusion">
      <a:majorFont>
        <a:latin typeface="Tahoma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Fusio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ntents Slide Master">
  <a:themeElements>
    <a:clrScheme name="2019-Med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DISP_modele_ppt_20190305-1</Template>
  <TotalTime>0</TotalTime>
  <Words>278</Words>
  <Application>Microsoft Office PowerPoint</Application>
  <DocSecurity>0</DocSecurity>
  <PresentationFormat>On-screen Show (4:3)</PresentationFormat>
  <Paragraphs>132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Arial</vt:lpstr>
      <vt:lpstr>Calibri</vt:lpstr>
      <vt:lpstr>Tahoma</vt:lpstr>
      <vt:lpstr>Times New Roman</vt:lpstr>
      <vt:lpstr>Wingdings</vt:lpstr>
      <vt:lpstr>DISP_modele_ppt_20190305-1</vt:lpstr>
      <vt:lpstr>Contents Slide Master</vt:lpstr>
      <vt:lpstr>PowerPoint Presentation</vt:lpstr>
      <vt:lpstr>PowerPoint Presentation</vt:lpstr>
      <vt:lpstr>PowerPoint Presentation</vt:lpstr>
    </vt:vector>
  </TitlesOfParts>
  <Manager/>
  <Company>INSA Lyon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subject/>
  <dc:creator>areymond1</dc:creator>
  <cp:keywords/>
  <dc:description/>
  <cp:lastModifiedBy>Yasaman Kakaei Siahkal</cp:lastModifiedBy>
  <cp:revision>263</cp:revision>
  <dcterms:created xsi:type="dcterms:W3CDTF">2019-03-07T13:44:12Z</dcterms:created>
  <dcterms:modified xsi:type="dcterms:W3CDTF">2026-04-01T13:43:58Z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